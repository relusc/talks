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35" r:id="rId4"/>
  </p:sldMasterIdLst>
  <p:notesMasterIdLst>
    <p:notesMasterId r:id="rId14"/>
  </p:notesMasterIdLst>
  <p:sldIdLst>
    <p:sldId id="365" r:id="rId5"/>
    <p:sldId id="369" r:id="rId6"/>
    <p:sldId id="616" r:id="rId7"/>
    <p:sldId id="371" r:id="rId8"/>
    <p:sldId id="617" r:id="rId9"/>
    <p:sldId id="618" r:id="rId10"/>
    <p:sldId id="373" r:id="rId11"/>
    <p:sldId id="619" r:id="rId12"/>
    <p:sldId id="379" r:id="rId13"/>
  </p:sldIdLst>
  <p:sldSz cx="18288000" cy="9209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ne Presentation" id="{9735D30E-AEE7-964B-96AC-EE0B62D56819}">
          <p14:sldIdLst>
            <p14:sldId id="365"/>
            <p14:sldId id="369"/>
            <p14:sldId id="616"/>
            <p14:sldId id="371"/>
            <p14:sldId id="617"/>
            <p14:sldId id="618"/>
            <p14:sldId id="373"/>
            <p14:sldId id="619"/>
            <p14:sldId id="3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901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2A8C"/>
    <a:srgbClr val="04020E"/>
    <a:srgbClr val="101018"/>
    <a:srgbClr val="1B1E21"/>
    <a:srgbClr val="272A2E"/>
    <a:srgbClr val="2F2B35"/>
    <a:srgbClr val="090C10"/>
    <a:srgbClr val="272A2D"/>
    <a:srgbClr val="1A1722"/>
    <a:srgbClr val="0609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E0EC5E-114A-9B41-9433-87BE5ECB4C7E}" v="30" dt="2026-08-02T16:37:30.6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94"/>
    <p:restoredTop sz="79535"/>
  </p:normalViewPr>
  <p:slideViewPr>
    <p:cSldViewPr snapToGrid="0" showGuides="1">
      <p:cViewPr varScale="1">
        <p:scale>
          <a:sx n="88" d="100"/>
          <a:sy n="88" d="100"/>
        </p:scale>
        <p:origin x="1136" y="200"/>
      </p:cViewPr>
      <p:guideLst>
        <p:guide orient="horz" pos="2901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e Schach" userId="4e1964f8-10b3-429a-a606-dc8cb61b25b8" providerId="ADAL" clId="{F649EEA4-60D5-5708-862D-1F2E000FB786}"/>
    <pc:docChg chg="custSel addSld delSld modSld sldOrd modSection">
      <pc:chgData name="Rene Schach" userId="4e1964f8-10b3-429a-a606-dc8cb61b25b8" providerId="ADAL" clId="{F649EEA4-60D5-5708-862D-1F2E000FB786}" dt="2026-08-02T16:37:54.707" v="690" actId="14100"/>
      <pc:docMkLst>
        <pc:docMk/>
      </pc:docMkLst>
      <pc:sldChg chg="modSp mod">
        <pc:chgData name="Rene Schach" userId="4e1964f8-10b3-429a-a606-dc8cb61b25b8" providerId="ADAL" clId="{F649EEA4-60D5-5708-862D-1F2E000FB786}" dt="2026-08-02T15:07:59.199" v="163" actId="20577"/>
        <pc:sldMkLst>
          <pc:docMk/>
          <pc:sldMk cId="3545670123" sldId="365"/>
        </pc:sldMkLst>
        <pc:spChg chg="mod">
          <ac:chgData name="Rene Schach" userId="4e1964f8-10b3-429a-a606-dc8cb61b25b8" providerId="ADAL" clId="{F649EEA4-60D5-5708-862D-1F2E000FB786}" dt="2026-08-02T15:07:43.445" v="146" actId="20577"/>
          <ac:spMkLst>
            <pc:docMk/>
            <pc:sldMk cId="3545670123" sldId="365"/>
            <ac:spMk id="2" creationId="{3D9B1A5A-CD80-BFEF-7A74-3DF960F4F6C1}"/>
          </ac:spMkLst>
        </pc:spChg>
        <pc:spChg chg="mod">
          <ac:chgData name="Rene Schach" userId="4e1964f8-10b3-429a-a606-dc8cb61b25b8" providerId="ADAL" clId="{F649EEA4-60D5-5708-862D-1F2E000FB786}" dt="2026-08-02T15:07:59.199" v="163" actId="20577"/>
          <ac:spMkLst>
            <pc:docMk/>
            <pc:sldMk cId="3545670123" sldId="365"/>
            <ac:spMk id="3" creationId="{1F22DBF2-421D-1A79-4CAD-E1498681A3D8}"/>
          </ac:spMkLst>
        </pc:spChg>
      </pc:sldChg>
      <pc:sldChg chg="addSp delSp modSp add mod modAnim modNotesTx">
        <pc:chgData name="Rene Schach" userId="4e1964f8-10b3-429a-a606-dc8cb61b25b8" providerId="ADAL" clId="{F649EEA4-60D5-5708-862D-1F2E000FB786}" dt="2026-08-02T16:25:54.801" v="593"/>
        <pc:sldMkLst>
          <pc:docMk/>
          <pc:sldMk cId="1856428951" sldId="369"/>
        </pc:sldMkLst>
        <pc:spChg chg="mod">
          <ac:chgData name="Rene Schach" userId="4e1964f8-10b3-429a-a606-dc8cb61b25b8" providerId="ADAL" clId="{F649EEA4-60D5-5708-862D-1F2E000FB786}" dt="2026-08-02T16:05:34.724" v="230" actId="20577"/>
          <ac:spMkLst>
            <pc:docMk/>
            <pc:sldMk cId="1856428951" sldId="369"/>
            <ac:spMk id="2" creationId="{FCED6FFC-7879-39A8-A911-C69340A2057C}"/>
          </ac:spMkLst>
        </pc:spChg>
        <pc:spChg chg="mod">
          <ac:chgData name="Rene Schach" userId="4e1964f8-10b3-429a-a606-dc8cb61b25b8" providerId="ADAL" clId="{F649EEA4-60D5-5708-862D-1F2E000FB786}" dt="2026-08-02T16:25:47.971" v="592" actId="20577"/>
          <ac:spMkLst>
            <pc:docMk/>
            <pc:sldMk cId="1856428951" sldId="369"/>
            <ac:spMk id="3" creationId="{CCF53828-EE54-6AC4-6B5B-0177F95D89EE}"/>
          </ac:spMkLst>
        </pc:spChg>
        <pc:spChg chg="del">
          <ac:chgData name="Rene Schach" userId="4e1964f8-10b3-429a-a606-dc8cb61b25b8" providerId="ADAL" clId="{F649EEA4-60D5-5708-862D-1F2E000FB786}" dt="2026-08-02T16:17:00.657" v="231" actId="478"/>
          <ac:spMkLst>
            <pc:docMk/>
            <pc:sldMk cId="1856428951" sldId="369"/>
            <ac:spMk id="4" creationId="{BB17F2F1-E821-1A45-8EA4-EAB495CF02F9}"/>
          </ac:spMkLst>
        </pc:spChg>
        <pc:spChg chg="del">
          <ac:chgData name="Rene Schach" userId="4e1964f8-10b3-429a-a606-dc8cb61b25b8" providerId="ADAL" clId="{F649EEA4-60D5-5708-862D-1F2E000FB786}" dt="2026-08-02T16:17:00.657" v="231" actId="478"/>
          <ac:spMkLst>
            <pc:docMk/>
            <pc:sldMk cId="1856428951" sldId="369"/>
            <ac:spMk id="5" creationId="{14510380-D98D-A6E8-817E-38BC4C4CBAE5}"/>
          </ac:spMkLst>
        </pc:spChg>
        <pc:spChg chg="del">
          <ac:chgData name="Rene Schach" userId="4e1964f8-10b3-429a-a606-dc8cb61b25b8" providerId="ADAL" clId="{F649EEA4-60D5-5708-862D-1F2E000FB786}" dt="2026-08-02T16:17:00.657" v="231" actId="478"/>
          <ac:spMkLst>
            <pc:docMk/>
            <pc:sldMk cId="1856428951" sldId="369"/>
            <ac:spMk id="6" creationId="{A8BE477A-98E3-B23A-B336-46F45CCC0251}"/>
          </ac:spMkLst>
        </pc:spChg>
        <pc:spChg chg="del">
          <ac:chgData name="Rene Schach" userId="4e1964f8-10b3-429a-a606-dc8cb61b25b8" providerId="ADAL" clId="{F649EEA4-60D5-5708-862D-1F2E000FB786}" dt="2026-08-02T16:17:00.657" v="231" actId="478"/>
          <ac:spMkLst>
            <pc:docMk/>
            <pc:sldMk cId="1856428951" sldId="369"/>
            <ac:spMk id="9" creationId="{BCCABE10-44E6-FC4D-DDFA-9EF3811858E4}"/>
          </ac:spMkLst>
        </pc:spChg>
        <pc:spChg chg="del">
          <ac:chgData name="Rene Schach" userId="4e1964f8-10b3-429a-a606-dc8cb61b25b8" providerId="ADAL" clId="{F649EEA4-60D5-5708-862D-1F2E000FB786}" dt="2026-08-02T16:17:00.657" v="231" actId="478"/>
          <ac:spMkLst>
            <pc:docMk/>
            <pc:sldMk cId="1856428951" sldId="369"/>
            <ac:spMk id="10" creationId="{E2E30306-7E8B-F500-576A-F429E036AC1B}"/>
          </ac:spMkLst>
        </pc:spChg>
        <pc:spChg chg="del">
          <ac:chgData name="Rene Schach" userId="4e1964f8-10b3-429a-a606-dc8cb61b25b8" providerId="ADAL" clId="{F649EEA4-60D5-5708-862D-1F2E000FB786}" dt="2026-08-02T16:17:00.657" v="231" actId="478"/>
          <ac:spMkLst>
            <pc:docMk/>
            <pc:sldMk cId="1856428951" sldId="369"/>
            <ac:spMk id="11" creationId="{7DE88AAB-6DB7-021B-F199-D661C828223E}"/>
          </ac:spMkLst>
        </pc:spChg>
        <pc:spChg chg="add del mod">
          <ac:chgData name="Rene Schach" userId="4e1964f8-10b3-429a-a606-dc8cb61b25b8" providerId="ADAL" clId="{F649EEA4-60D5-5708-862D-1F2E000FB786}" dt="2026-08-02T16:24:04.235" v="428" actId="478"/>
          <ac:spMkLst>
            <pc:docMk/>
            <pc:sldMk cId="1856428951" sldId="369"/>
            <ac:spMk id="26" creationId="{54BB9CED-B8DC-CDC5-D8B4-33441CDBFE4E}"/>
          </ac:spMkLst>
        </pc:spChg>
        <pc:spChg chg="add mod">
          <ac:chgData name="Rene Schach" userId="4e1964f8-10b3-429a-a606-dc8cb61b25b8" providerId="ADAL" clId="{F649EEA4-60D5-5708-862D-1F2E000FB786}" dt="2026-08-02T16:25:34.630" v="569" actId="20577"/>
          <ac:spMkLst>
            <pc:docMk/>
            <pc:sldMk cId="1856428951" sldId="369"/>
            <ac:spMk id="27" creationId="{212C65B5-E695-166F-B76D-C84575EB3C28}"/>
          </ac:spMkLst>
        </pc:spChg>
        <pc:picChg chg="add del mod">
          <ac:chgData name="Rene Schach" userId="4e1964f8-10b3-429a-a606-dc8cb61b25b8" providerId="ADAL" clId="{F649EEA4-60D5-5708-862D-1F2E000FB786}" dt="2026-08-02T16:17:57.784" v="239" actId="478"/>
          <ac:picMkLst>
            <pc:docMk/>
            <pc:sldMk cId="1856428951" sldId="369"/>
            <ac:picMk id="8" creationId="{31B4D1E9-6F65-981D-6957-320E2A2F08A6}"/>
          </ac:picMkLst>
        </pc:picChg>
        <pc:picChg chg="del">
          <ac:chgData name="Rene Schach" userId="4e1964f8-10b3-429a-a606-dc8cb61b25b8" providerId="ADAL" clId="{F649EEA4-60D5-5708-862D-1F2E000FB786}" dt="2026-08-02T16:17:00.657" v="231" actId="478"/>
          <ac:picMkLst>
            <pc:docMk/>
            <pc:sldMk cId="1856428951" sldId="369"/>
            <ac:picMk id="13" creationId="{504C3F2E-00FB-8C72-1640-85603E8D09A3}"/>
          </ac:picMkLst>
        </pc:picChg>
        <pc:picChg chg="add mod">
          <ac:chgData name="Rene Schach" userId="4e1964f8-10b3-429a-a606-dc8cb61b25b8" providerId="ADAL" clId="{F649EEA4-60D5-5708-862D-1F2E000FB786}" dt="2026-08-02T16:20:26.383" v="287" actId="1076"/>
          <ac:picMkLst>
            <pc:docMk/>
            <pc:sldMk cId="1856428951" sldId="369"/>
            <ac:picMk id="14" creationId="{4A2F57B8-BB9F-37B5-A157-369F929F95E3}"/>
          </ac:picMkLst>
        </pc:picChg>
        <pc:picChg chg="del">
          <ac:chgData name="Rene Schach" userId="4e1964f8-10b3-429a-a606-dc8cb61b25b8" providerId="ADAL" clId="{F649EEA4-60D5-5708-862D-1F2E000FB786}" dt="2026-08-02T16:17:00.657" v="231" actId="478"/>
          <ac:picMkLst>
            <pc:docMk/>
            <pc:sldMk cId="1856428951" sldId="369"/>
            <ac:picMk id="15" creationId="{CB93F6E1-9319-7F77-435A-60BBB91961A1}"/>
          </ac:picMkLst>
        </pc:picChg>
        <pc:picChg chg="add mod">
          <ac:chgData name="Rene Schach" userId="4e1964f8-10b3-429a-a606-dc8cb61b25b8" providerId="ADAL" clId="{F649EEA4-60D5-5708-862D-1F2E000FB786}" dt="2026-08-02T16:20:26.383" v="287" actId="1076"/>
          <ac:picMkLst>
            <pc:docMk/>
            <pc:sldMk cId="1856428951" sldId="369"/>
            <ac:picMk id="18" creationId="{4F35B590-BD18-AE68-40E5-381F54A24E57}"/>
          </ac:picMkLst>
        </pc:picChg>
        <pc:picChg chg="add mod">
          <ac:chgData name="Rene Schach" userId="4e1964f8-10b3-429a-a606-dc8cb61b25b8" providerId="ADAL" clId="{F649EEA4-60D5-5708-862D-1F2E000FB786}" dt="2026-08-02T16:20:26.383" v="287" actId="1076"/>
          <ac:picMkLst>
            <pc:docMk/>
            <pc:sldMk cId="1856428951" sldId="369"/>
            <ac:picMk id="19" creationId="{DF4453DC-702C-E2F5-790E-B0FD9234024C}"/>
          </ac:picMkLst>
        </pc:picChg>
        <pc:picChg chg="add mod">
          <ac:chgData name="Rene Schach" userId="4e1964f8-10b3-429a-a606-dc8cb61b25b8" providerId="ADAL" clId="{F649EEA4-60D5-5708-862D-1F2E000FB786}" dt="2026-08-02T16:20:26.383" v="287" actId="1076"/>
          <ac:picMkLst>
            <pc:docMk/>
            <pc:sldMk cId="1856428951" sldId="369"/>
            <ac:picMk id="21" creationId="{B841874F-9D91-E889-9FA1-21CDAB07F5A5}"/>
          </ac:picMkLst>
        </pc:picChg>
        <pc:picChg chg="del">
          <ac:chgData name="Rene Schach" userId="4e1964f8-10b3-429a-a606-dc8cb61b25b8" providerId="ADAL" clId="{F649EEA4-60D5-5708-862D-1F2E000FB786}" dt="2026-08-02T16:17:00.657" v="231" actId="478"/>
          <ac:picMkLst>
            <pc:docMk/>
            <pc:sldMk cId="1856428951" sldId="369"/>
            <ac:picMk id="22" creationId="{001E92CA-3509-46F6-A404-34D69926A95B}"/>
          </ac:picMkLst>
        </pc:picChg>
        <pc:cxnChg chg="del">
          <ac:chgData name="Rene Schach" userId="4e1964f8-10b3-429a-a606-dc8cb61b25b8" providerId="ADAL" clId="{F649EEA4-60D5-5708-862D-1F2E000FB786}" dt="2026-08-02T16:17:00.657" v="231" actId="478"/>
          <ac:cxnSpMkLst>
            <pc:docMk/>
            <pc:sldMk cId="1856428951" sldId="369"/>
            <ac:cxnSpMk id="17" creationId="{9E869CBF-1D64-9AE4-8BD8-09989A1C2A34}"/>
          </ac:cxnSpMkLst>
        </pc:cxnChg>
        <pc:cxnChg chg="add mod">
          <ac:chgData name="Rene Schach" userId="4e1964f8-10b3-429a-a606-dc8cb61b25b8" providerId="ADAL" clId="{F649EEA4-60D5-5708-862D-1F2E000FB786}" dt="2026-08-02T16:20:26.383" v="287" actId="1076"/>
          <ac:cxnSpMkLst>
            <pc:docMk/>
            <pc:sldMk cId="1856428951" sldId="369"/>
            <ac:cxnSpMk id="24" creationId="{D05CE470-B0E2-CABF-97ED-E072FB19AD52}"/>
          </ac:cxnSpMkLst>
        </pc:cxnChg>
        <pc:cxnChg chg="add mod">
          <ac:chgData name="Rene Schach" userId="4e1964f8-10b3-429a-a606-dc8cb61b25b8" providerId="ADAL" clId="{F649EEA4-60D5-5708-862D-1F2E000FB786}" dt="2026-08-02T16:20:26.383" v="287" actId="1076"/>
          <ac:cxnSpMkLst>
            <pc:docMk/>
            <pc:sldMk cId="1856428951" sldId="369"/>
            <ac:cxnSpMk id="25" creationId="{2A366829-D3BF-4F1A-5C78-742AB97669E7}"/>
          </ac:cxnSpMkLst>
        </pc:cxnChg>
      </pc:sldChg>
      <pc:sldChg chg="addSp delSp modSp add mod">
        <pc:chgData name="Rene Schach" userId="4e1964f8-10b3-429a-a606-dc8cb61b25b8" providerId="ADAL" clId="{F649EEA4-60D5-5708-862D-1F2E000FB786}" dt="2026-08-02T16:37:54.707" v="690" actId="14100"/>
        <pc:sldMkLst>
          <pc:docMk/>
          <pc:sldMk cId="3560690815" sldId="371"/>
        </pc:sldMkLst>
        <pc:spChg chg="mod">
          <ac:chgData name="Rene Schach" userId="4e1964f8-10b3-429a-a606-dc8cb61b25b8" providerId="ADAL" clId="{F649EEA4-60D5-5708-862D-1F2E000FB786}" dt="2026-08-02T16:27:48.731" v="663" actId="20577"/>
          <ac:spMkLst>
            <pc:docMk/>
            <pc:sldMk cId="3560690815" sldId="371"/>
            <ac:spMk id="2" creationId="{69E35E75-AD9B-470E-3776-787A3B070887}"/>
          </ac:spMkLst>
        </pc:spChg>
        <pc:spChg chg="mod">
          <ac:chgData name="Rene Schach" userId="4e1964f8-10b3-429a-a606-dc8cb61b25b8" providerId="ADAL" clId="{F649EEA4-60D5-5708-862D-1F2E000FB786}" dt="2026-08-02T16:37:54.707" v="690" actId="14100"/>
          <ac:spMkLst>
            <pc:docMk/>
            <pc:sldMk cId="3560690815" sldId="371"/>
            <ac:spMk id="3" creationId="{85AD716E-59AA-CD69-9C16-8CFA85F44FF6}"/>
          </ac:spMkLst>
        </pc:spChg>
        <pc:spChg chg="add del mod">
          <ac:chgData name="Rene Schach" userId="4e1964f8-10b3-429a-a606-dc8cb61b25b8" providerId="ADAL" clId="{F649EEA4-60D5-5708-862D-1F2E000FB786}" dt="2026-08-02T16:37:28.085" v="685" actId="478"/>
          <ac:spMkLst>
            <pc:docMk/>
            <pc:sldMk cId="3560690815" sldId="371"/>
            <ac:spMk id="7" creationId="{CAAB199E-C7B8-0F1C-AB04-8609B43EA460}"/>
          </ac:spMkLst>
        </pc:spChg>
        <pc:spChg chg="add del mod">
          <ac:chgData name="Rene Schach" userId="4e1964f8-10b3-429a-a606-dc8cb61b25b8" providerId="ADAL" clId="{F649EEA4-60D5-5708-862D-1F2E000FB786}" dt="2026-08-02T16:37:34.397" v="687" actId="478"/>
          <ac:spMkLst>
            <pc:docMk/>
            <pc:sldMk cId="3560690815" sldId="371"/>
            <ac:spMk id="8" creationId="{723894EF-A421-365A-6EF0-8377AEA8ED41}"/>
          </ac:spMkLst>
        </pc:spChg>
        <pc:picChg chg="add mod">
          <ac:chgData name="Rene Schach" userId="4e1964f8-10b3-429a-a606-dc8cb61b25b8" providerId="ADAL" clId="{F649EEA4-60D5-5708-862D-1F2E000FB786}" dt="2026-08-02T16:37:39.733" v="688" actId="1076"/>
          <ac:picMkLst>
            <pc:docMk/>
            <pc:sldMk cId="3560690815" sldId="371"/>
            <ac:picMk id="4" creationId="{82987CFB-2C4C-A24D-CBD4-62F71E17C1D0}"/>
          </ac:picMkLst>
        </pc:picChg>
        <pc:picChg chg="add del">
          <ac:chgData name="Rene Schach" userId="4e1964f8-10b3-429a-a606-dc8cb61b25b8" providerId="ADAL" clId="{F649EEA4-60D5-5708-862D-1F2E000FB786}" dt="2026-08-02T16:36:25.665" v="671" actId="478"/>
          <ac:picMkLst>
            <pc:docMk/>
            <pc:sldMk cId="3560690815" sldId="371"/>
            <ac:picMk id="5" creationId="{A6E6002F-DA91-4666-CA6C-46E8D15A53C1}"/>
          </ac:picMkLst>
        </pc:picChg>
        <pc:picChg chg="add mod">
          <ac:chgData name="Rene Schach" userId="4e1964f8-10b3-429a-a606-dc8cb61b25b8" providerId="ADAL" clId="{F649EEA4-60D5-5708-862D-1F2E000FB786}" dt="2026-08-02T16:37:39.733" v="688" actId="1076"/>
          <ac:picMkLst>
            <pc:docMk/>
            <pc:sldMk cId="3560690815" sldId="371"/>
            <ac:picMk id="6" creationId="{27A74C77-DE92-8CB6-8E46-E1E4DCC35EC7}"/>
          </ac:picMkLst>
        </pc:picChg>
        <pc:picChg chg="del">
          <ac:chgData name="Rene Schach" userId="4e1964f8-10b3-429a-a606-dc8cb61b25b8" providerId="ADAL" clId="{F649EEA4-60D5-5708-862D-1F2E000FB786}" dt="2026-08-02T16:28:13.378" v="664" actId="478"/>
          <ac:picMkLst>
            <pc:docMk/>
            <pc:sldMk cId="3560690815" sldId="371"/>
            <ac:picMk id="1026" creationId="{E33E26C8-3367-F791-8D35-6FBD8DF9DEBC}"/>
          </ac:picMkLst>
        </pc:picChg>
      </pc:sldChg>
      <pc:sldChg chg="addSp delSp modSp add mod modAnim">
        <pc:chgData name="Rene Schach" userId="4e1964f8-10b3-429a-a606-dc8cb61b25b8" providerId="ADAL" clId="{F649EEA4-60D5-5708-862D-1F2E000FB786}" dt="2026-08-02T15:10:40.519" v="206"/>
        <pc:sldMkLst>
          <pc:docMk/>
          <pc:sldMk cId="847678507" sldId="616"/>
        </pc:sldMkLst>
        <pc:spChg chg="mod">
          <ac:chgData name="Rene Schach" userId="4e1964f8-10b3-429a-a606-dc8cb61b25b8" providerId="ADAL" clId="{F649EEA4-60D5-5708-862D-1F2E000FB786}" dt="2026-08-02T15:03:34.378" v="52" actId="20577"/>
          <ac:spMkLst>
            <pc:docMk/>
            <pc:sldMk cId="847678507" sldId="616"/>
            <ac:spMk id="2" creationId="{0AE9BBC7-C9A1-E93D-B7EA-FDC9B8EFBDD5}"/>
          </ac:spMkLst>
        </pc:spChg>
        <pc:spChg chg="del">
          <ac:chgData name="Rene Schach" userId="4e1964f8-10b3-429a-a606-dc8cb61b25b8" providerId="ADAL" clId="{F649EEA4-60D5-5708-862D-1F2E000FB786}" dt="2026-08-02T15:04:07.837" v="53" actId="478"/>
          <ac:spMkLst>
            <pc:docMk/>
            <pc:sldMk cId="847678507" sldId="616"/>
            <ac:spMk id="3" creationId="{96281021-9F7E-F26B-8064-698715F8FBBA}"/>
          </ac:spMkLst>
        </pc:spChg>
        <pc:spChg chg="del">
          <ac:chgData name="Rene Schach" userId="4e1964f8-10b3-429a-a606-dc8cb61b25b8" providerId="ADAL" clId="{F649EEA4-60D5-5708-862D-1F2E000FB786}" dt="2026-08-02T15:04:11.704" v="54" actId="478"/>
          <ac:spMkLst>
            <pc:docMk/>
            <pc:sldMk cId="847678507" sldId="616"/>
            <ac:spMk id="4" creationId="{0C76A34B-BD7D-3BA0-92B9-D09632FCF416}"/>
          </ac:spMkLst>
        </pc:spChg>
        <pc:spChg chg="del">
          <ac:chgData name="Rene Schach" userId="4e1964f8-10b3-429a-a606-dc8cb61b25b8" providerId="ADAL" clId="{F649EEA4-60D5-5708-862D-1F2E000FB786}" dt="2026-08-02T15:04:11.704" v="54" actId="478"/>
          <ac:spMkLst>
            <pc:docMk/>
            <pc:sldMk cId="847678507" sldId="616"/>
            <ac:spMk id="5" creationId="{C7C23215-0663-659A-C638-911E781DD71B}"/>
          </ac:spMkLst>
        </pc:spChg>
        <pc:spChg chg="del">
          <ac:chgData name="Rene Schach" userId="4e1964f8-10b3-429a-a606-dc8cb61b25b8" providerId="ADAL" clId="{F649EEA4-60D5-5708-862D-1F2E000FB786}" dt="2026-08-02T15:04:11.704" v="54" actId="478"/>
          <ac:spMkLst>
            <pc:docMk/>
            <pc:sldMk cId="847678507" sldId="616"/>
            <ac:spMk id="6" creationId="{483774B7-FE26-FAF0-A025-919A104D1EF9}"/>
          </ac:spMkLst>
        </pc:spChg>
        <pc:spChg chg="add del mod">
          <ac:chgData name="Rene Schach" userId="4e1964f8-10b3-429a-a606-dc8cb61b25b8" providerId="ADAL" clId="{F649EEA4-60D5-5708-862D-1F2E000FB786}" dt="2026-08-02T15:04:13.398" v="55" actId="478"/>
          <ac:spMkLst>
            <pc:docMk/>
            <pc:sldMk cId="847678507" sldId="616"/>
            <ac:spMk id="8" creationId="{38FBE30E-8448-BF66-8F1F-C5D047A73EDA}"/>
          </ac:spMkLst>
        </pc:spChg>
        <pc:spChg chg="del">
          <ac:chgData name="Rene Schach" userId="4e1964f8-10b3-429a-a606-dc8cb61b25b8" providerId="ADAL" clId="{F649EEA4-60D5-5708-862D-1F2E000FB786}" dt="2026-08-02T15:04:11.704" v="54" actId="478"/>
          <ac:spMkLst>
            <pc:docMk/>
            <pc:sldMk cId="847678507" sldId="616"/>
            <ac:spMk id="9" creationId="{A4C6C2B3-9A2E-449D-EE7F-05DB5F52B275}"/>
          </ac:spMkLst>
        </pc:spChg>
        <pc:spChg chg="del">
          <ac:chgData name="Rene Schach" userId="4e1964f8-10b3-429a-a606-dc8cb61b25b8" providerId="ADAL" clId="{F649EEA4-60D5-5708-862D-1F2E000FB786}" dt="2026-08-02T15:04:11.704" v="54" actId="478"/>
          <ac:spMkLst>
            <pc:docMk/>
            <pc:sldMk cId="847678507" sldId="616"/>
            <ac:spMk id="10" creationId="{29E6F396-16AE-05BB-7CF3-426B16A8E00C}"/>
          </ac:spMkLst>
        </pc:spChg>
        <pc:spChg chg="del">
          <ac:chgData name="Rene Schach" userId="4e1964f8-10b3-429a-a606-dc8cb61b25b8" providerId="ADAL" clId="{F649EEA4-60D5-5708-862D-1F2E000FB786}" dt="2026-08-02T15:04:11.704" v="54" actId="478"/>
          <ac:spMkLst>
            <pc:docMk/>
            <pc:sldMk cId="847678507" sldId="616"/>
            <ac:spMk id="11" creationId="{9419B802-D461-9C64-7DFE-388F1A8849A4}"/>
          </ac:spMkLst>
        </pc:spChg>
        <pc:spChg chg="add mod">
          <ac:chgData name="Rene Schach" userId="4e1964f8-10b3-429a-a606-dc8cb61b25b8" providerId="ADAL" clId="{F649EEA4-60D5-5708-862D-1F2E000FB786}" dt="2026-08-02T15:10:19.962" v="203" actId="1076"/>
          <ac:spMkLst>
            <pc:docMk/>
            <pc:sldMk cId="847678507" sldId="616"/>
            <ac:spMk id="32" creationId="{83F4133A-B4DB-1731-C271-CEC1DBDCF653}"/>
          </ac:spMkLst>
        </pc:spChg>
        <pc:spChg chg="add mod">
          <ac:chgData name="Rene Schach" userId="4e1964f8-10b3-429a-a606-dc8cb61b25b8" providerId="ADAL" clId="{F649EEA4-60D5-5708-862D-1F2E000FB786}" dt="2026-08-02T15:06:56.467" v="103" actId="20577"/>
          <ac:spMkLst>
            <pc:docMk/>
            <pc:sldMk cId="847678507" sldId="616"/>
            <ac:spMk id="33" creationId="{F4979FC6-1120-A713-F7B5-CB7EC567A423}"/>
          </ac:spMkLst>
        </pc:spChg>
        <pc:spChg chg="add mod">
          <ac:chgData name="Rene Schach" userId="4e1964f8-10b3-429a-a606-dc8cb61b25b8" providerId="ADAL" clId="{F649EEA4-60D5-5708-862D-1F2E000FB786}" dt="2026-08-02T15:07:09.629" v="141" actId="20577"/>
          <ac:spMkLst>
            <pc:docMk/>
            <pc:sldMk cId="847678507" sldId="616"/>
            <ac:spMk id="34" creationId="{96EDF611-B240-E2E7-337F-B31119B594FD}"/>
          </ac:spMkLst>
        </pc:spChg>
        <pc:spChg chg="add mod">
          <ac:chgData name="Rene Schach" userId="4e1964f8-10b3-429a-a606-dc8cb61b25b8" providerId="ADAL" clId="{F649EEA4-60D5-5708-862D-1F2E000FB786}" dt="2026-08-02T15:09:32.831" v="198" actId="1037"/>
          <ac:spMkLst>
            <pc:docMk/>
            <pc:sldMk cId="847678507" sldId="616"/>
            <ac:spMk id="35" creationId="{9A0560F3-4B60-B65D-7A4D-691C40542B93}"/>
          </ac:spMkLst>
        </pc:spChg>
        <pc:picChg chg="del">
          <ac:chgData name="Rene Schach" userId="4e1964f8-10b3-429a-a606-dc8cb61b25b8" providerId="ADAL" clId="{F649EEA4-60D5-5708-862D-1F2E000FB786}" dt="2026-08-02T15:04:11.704" v="54" actId="478"/>
          <ac:picMkLst>
            <pc:docMk/>
            <pc:sldMk cId="847678507" sldId="616"/>
            <ac:picMk id="13" creationId="{87781114-EBD9-B21A-FA82-7F218C7F5E83}"/>
          </ac:picMkLst>
        </pc:picChg>
        <pc:picChg chg="add mod">
          <ac:chgData name="Rene Schach" userId="4e1964f8-10b3-429a-a606-dc8cb61b25b8" providerId="ADAL" clId="{F649EEA4-60D5-5708-862D-1F2E000FB786}" dt="2026-08-02T15:06:30.309" v="78" actId="1076"/>
          <ac:picMkLst>
            <pc:docMk/>
            <pc:sldMk cId="847678507" sldId="616"/>
            <ac:picMk id="14" creationId="{C908EDA8-566F-3864-B1F8-95F5ED3661EA}"/>
          </ac:picMkLst>
        </pc:picChg>
        <pc:picChg chg="del">
          <ac:chgData name="Rene Schach" userId="4e1964f8-10b3-429a-a606-dc8cb61b25b8" providerId="ADAL" clId="{F649EEA4-60D5-5708-862D-1F2E000FB786}" dt="2026-08-02T15:04:11.704" v="54" actId="478"/>
          <ac:picMkLst>
            <pc:docMk/>
            <pc:sldMk cId="847678507" sldId="616"/>
            <ac:picMk id="15" creationId="{A6ADC0D6-A2A0-FECC-FA77-4648D9E9298E}"/>
          </ac:picMkLst>
        </pc:picChg>
        <pc:picChg chg="add mod">
          <ac:chgData name="Rene Schach" userId="4e1964f8-10b3-429a-a606-dc8cb61b25b8" providerId="ADAL" clId="{F649EEA4-60D5-5708-862D-1F2E000FB786}" dt="2026-08-02T15:06:30.309" v="78" actId="1076"/>
          <ac:picMkLst>
            <pc:docMk/>
            <pc:sldMk cId="847678507" sldId="616"/>
            <ac:picMk id="18" creationId="{44AABFB3-AF42-4524-AD86-95E19CDC81A5}"/>
          </ac:picMkLst>
        </pc:picChg>
        <pc:picChg chg="add mod">
          <ac:chgData name="Rene Schach" userId="4e1964f8-10b3-429a-a606-dc8cb61b25b8" providerId="ADAL" clId="{F649EEA4-60D5-5708-862D-1F2E000FB786}" dt="2026-08-02T15:06:30.309" v="78" actId="1076"/>
          <ac:picMkLst>
            <pc:docMk/>
            <pc:sldMk cId="847678507" sldId="616"/>
            <ac:picMk id="20" creationId="{57F0E708-B603-EB49-B645-EC0FB62E31CF}"/>
          </ac:picMkLst>
        </pc:picChg>
        <pc:picChg chg="del">
          <ac:chgData name="Rene Schach" userId="4e1964f8-10b3-429a-a606-dc8cb61b25b8" providerId="ADAL" clId="{F649EEA4-60D5-5708-862D-1F2E000FB786}" dt="2026-08-02T15:04:11.704" v="54" actId="478"/>
          <ac:picMkLst>
            <pc:docMk/>
            <pc:sldMk cId="847678507" sldId="616"/>
            <ac:picMk id="22" creationId="{718B5294-B089-6B0F-0891-CD936F7DFDDE}"/>
          </ac:picMkLst>
        </pc:picChg>
        <pc:picChg chg="add mod">
          <ac:chgData name="Rene Schach" userId="4e1964f8-10b3-429a-a606-dc8cb61b25b8" providerId="ADAL" clId="{F649EEA4-60D5-5708-862D-1F2E000FB786}" dt="2026-08-02T15:06:30.309" v="78" actId="1076"/>
          <ac:picMkLst>
            <pc:docMk/>
            <pc:sldMk cId="847678507" sldId="616"/>
            <ac:picMk id="23" creationId="{7756AB1B-EA27-0A81-D48B-1F03FA13FF22}"/>
          </ac:picMkLst>
        </pc:picChg>
        <pc:cxnChg chg="del">
          <ac:chgData name="Rene Schach" userId="4e1964f8-10b3-429a-a606-dc8cb61b25b8" providerId="ADAL" clId="{F649EEA4-60D5-5708-862D-1F2E000FB786}" dt="2026-08-02T15:04:11.704" v="54" actId="478"/>
          <ac:cxnSpMkLst>
            <pc:docMk/>
            <pc:sldMk cId="847678507" sldId="616"/>
            <ac:cxnSpMk id="17" creationId="{2B0F2A12-6B48-8B96-8AFF-65D96BEEAC7E}"/>
          </ac:cxnSpMkLst>
        </pc:cxnChg>
        <pc:cxnChg chg="add mod">
          <ac:chgData name="Rene Schach" userId="4e1964f8-10b3-429a-a606-dc8cb61b25b8" providerId="ADAL" clId="{F649EEA4-60D5-5708-862D-1F2E000FB786}" dt="2026-08-02T15:06:30.309" v="78" actId="1076"/>
          <ac:cxnSpMkLst>
            <pc:docMk/>
            <pc:sldMk cId="847678507" sldId="616"/>
            <ac:cxnSpMk id="25" creationId="{D2370C4A-4622-2FB4-8618-C8D40F91B51B}"/>
          </ac:cxnSpMkLst>
        </pc:cxnChg>
        <pc:cxnChg chg="add mod">
          <ac:chgData name="Rene Schach" userId="4e1964f8-10b3-429a-a606-dc8cb61b25b8" providerId="ADAL" clId="{F649EEA4-60D5-5708-862D-1F2E000FB786}" dt="2026-08-02T15:06:30.309" v="78" actId="1076"/>
          <ac:cxnSpMkLst>
            <pc:docMk/>
            <pc:sldMk cId="847678507" sldId="616"/>
            <ac:cxnSpMk id="26" creationId="{777F6F85-D680-3F94-872A-C893A83CD600}"/>
          </ac:cxnSpMkLst>
        </pc:cxnChg>
        <pc:cxnChg chg="add mod">
          <ac:chgData name="Rene Schach" userId="4e1964f8-10b3-429a-a606-dc8cb61b25b8" providerId="ADAL" clId="{F649EEA4-60D5-5708-862D-1F2E000FB786}" dt="2026-08-02T15:06:30.309" v="78" actId="1076"/>
          <ac:cxnSpMkLst>
            <pc:docMk/>
            <pc:sldMk cId="847678507" sldId="616"/>
            <ac:cxnSpMk id="29" creationId="{ED7ADB8E-DC24-2A6F-B432-2C8B52C38F29}"/>
          </ac:cxnSpMkLst>
        </pc:cxnChg>
      </pc:sldChg>
      <pc:sldChg chg="modSp add del mod ord modNotesTx">
        <pc:chgData name="Rene Schach" userId="4e1964f8-10b3-429a-a606-dc8cb61b25b8" providerId="ADAL" clId="{F649EEA4-60D5-5708-862D-1F2E000FB786}" dt="2026-08-02T16:27:40.920" v="649" actId="2696"/>
        <pc:sldMkLst>
          <pc:docMk/>
          <pc:sldMk cId="639103700" sldId="617"/>
        </pc:sldMkLst>
        <pc:spChg chg="mod">
          <ac:chgData name="Rene Schach" userId="4e1964f8-10b3-429a-a606-dc8cb61b25b8" providerId="ADAL" clId="{F649EEA4-60D5-5708-862D-1F2E000FB786}" dt="2026-08-02T16:27:10.397" v="647" actId="20577"/>
          <ac:spMkLst>
            <pc:docMk/>
            <pc:sldMk cId="639103700" sldId="617"/>
            <ac:spMk id="2" creationId="{D5089395-C81F-8B59-C82B-AF97F6AD4D24}"/>
          </ac:spMkLst>
        </pc:spChg>
        <pc:spChg chg="mod">
          <ac:chgData name="Rene Schach" userId="4e1964f8-10b3-429a-a606-dc8cb61b25b8" providerId="ADAL" clId="{F649EEA4-60D5-5708-862D-1F2E000FB786}" dt="2026-08-02T16:27:38.817" v="648" actId="20577"/>
          <ac:spMkLst>
            <pc:docMk/>
            <pc:sldMk cId="639103700" sldId="617"/>
            <ac:spMk id="3" creationId="{255997FD-80BC-3E1B-A200-AE818853F7E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BFB2C-E6FF-D74A-B520-8223316D3344}" type="datetimeFigureOut">
              <a:rPr lang="en-DE" smtClean="0"/>
              <a:t>8/29/26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65125" y="1143000"/>
            <a:ext cx="61277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4AFEB6-D305-4F4F-8334-659757AA5B97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15186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DO NOT FORGET DISCLAIMER:</a:t>
            </a:r>
          </a:p>
          <a:p>
            <a:r>
              <a:rPr lang="de-DE" b="1" dirty="0"/>
              <a:t>- not </a:t>
            </a:r>
            <a:r>
              <a:rPr lang="de-DE" b="1" dirty="0" err="1"/>
              <a:t>part</a:t>
            </a:r>
            <a:r>
              <a:rPr lang="de-DE" b="1" dirty="0"/>
              <a:t> </a:t>
            </a:r>
            <a:r>
              <a:rPr lang="de-DE" b="1" dirty="0" err="1"/>
              <a:t>of</a:t>
            </a:r>
            <a:r>
              <a:rPr lang="de-DE" b="1" dirty="0"/>
              <a:t> </a:t>
            </a:r>
            <a:r>
              <a:rPr lang="de-DE" b="1" dirty="0" err="1"/>
              <a:t>my</a:t>
            </a:r>
            <a:r>
              <a:rPr lang="de-DE" b="1" dirty="0"/>
              <a:t> </a:t>
            </a:r>
            <a:r>
              <a:rPr lang="de-DE" b="1" dirty="0" err="1"/>
              <a:t>daily</a:t>
            </a:r>
            <a:r>
              <a:rPr lang="de-DE" b="1" dirty="0"/>
              <a:t> </a:t>
            </a:r>
            <a:r>
              <a:rPr lang="de-DE" b="1" dirty="0" err="1"/>
              <a:t>job</a:t>
            </a:r>
            <a:endParaRPr lang="de-DE" b="1" dirty="0"/>
          </a:p>
          <a:p>
            <a:r>
              <a:rPr lang="de-DE" b="1" dirty="0"/>
              <a:t>- </a:t>
            </a:r>
            <a:r>
              <a:rPr lang="de-DE" b="1" dirty="0" err="1"/>
              <a:t>take</a:t>
            </a:r>
            <a:r>
              <a:rPr lang="de-DE" b="1" dirty="0"/>
              <a:t> </a:t>
            </a:r>
            <a:r>
              <a:rPr lang="de-DE" b="1" dirty="0" err="1"/>
              <a:t>everything</a:t>
            </a:r>
            <a:r>
              <a:rPr lang="de-DE" b="1" dirty="0"/>
              <a:t> </a:t>
            </a:r>
            <a:r>
              <a:rPr lang="de-DE" b="1" dirty="0" err="1"/>
              <a:t>with</a:t>
            </a:r>
            <a:r>
              <a:rPr lang="de-DE" b="1" dirty="0"/>
              <a:t> a </a:t>
            </a:r>
            <a:r>
              <a:rPr lang="de-DE" b="1" dirty="0" err="1"/>
              <a:t>grain</a:t>
            </a:r>
            <a:r>
              <a:rPr lang="de-DE" b="1" dirty="0"/>
              <a:t> </a:t>
            </a:r>
            <a:r>
              <a:rPr lang="de-DE" b="1" dirty="0" err="1"/>
              <a:t>of</a:t>
            </a:r>
            <a:r>
              <a:rPr lang="de-DE" b="1" dirty="0"/>
              <a:t> </a:t>
            </a:r>
            <a:r>
              <a:rPr lang="de-DE" b="1" dirty="0" err="1"/>
              <a:t>salt</a:t>
            </a:r>
            <a:endParaRPr lang="de-DE" b="1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4AFEB6-D305-4F4F-8334-659757AA5B97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3605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Imagine a </a:t>
            </a:r>
            <a:r>
              <a:rPr lang="de-DE" dirty="0" err="1"/>
              <a:t>Kubernetes</a:t>
            </a:r>
            <a:r>
              <a:rPr lang="de-DE" dirty="0"/>
              <a:t> </a:t>
            </a:r>
            <a:r>
              <a:rPr lang="de-DE" dirty="0" err="1"/>
              <a:t>cluster</a:t>
            </a:r>
            <a:r>
              <a:rPr lang="de-DE" dirty="0"/>
              <a:t> </a:t>
            </a:r>
            <a:r>
              <a:rPr lang="de-DE" dirty="0" err="1"/>
              <a:t>running</a:t>
            </a:r>
            <a:r>
              <a:rPr lang="de-DE" dirty="0"/>
              <a:t> in a </a:t>
            </a:r>
            <a:r>
              <a:rPr lang="de-DE" dirty="0" err="1"/>
              <a:t>factory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retail</a:t>
            </a:r>
            <a:r>
              <a:rPr lang="de-DE" dirty="0"/>
              <a:t> </a:t>
            </a:r>
            <a:r>
              <a:rPr lang="de-DE" dirty="0" err="1"/>
              <a:t>store</a:t>
            </a:r>
            <a:r>
              <a:rPr lang="de-DE" dirty="0"/>
              <a:t>. The </a:t>
            </a:r>
            <a:r>
              <a:rPr lang="de-DE" dirty="0" err="1"/>
              <a:t>node</a:t>
            </a:r>
            <a:r>
              <a:rPr lang="de-DE" dirty="0"/>
              <a:t> </a:t>
            </a:r>
            <a:r>
              <a:rPr lang="de-DE" dirty="0" err="1"/>
              <a:t>may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limited CPU, </a:t>
            </a:r>
            <a:r>
              <a:rPr lang="de-DE" dirty="0" err="1"/>
              <a:t>memory</a:t>
            </a:r>
            <a:r>
              <a:rPr lang="de-DE" dirty="0"/>
              <a:t>, and </a:t>
            </a:r>
            <a:r>
              <a:rPr lang="de-DE" dirty="0" err="1"/>
              <a:t>storage</a:t>
            </a:r>
            <a:r>
              <a:rPr lang="de-DE" dirty="0"/>
              <a:t>. </a:t>
            </a:r>
            <a:r>
              <a:rPr lang="de-DE" dirty="0" err="1"/>
              <a:t>Applications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likely</a:t>
            </a:r>
            <a:r>
              <a:rPr lang="de-DE" dirty="0"/>
              <a:t> </a:t>
            </a:r>
            <a:r>
              <a:rPr lang="de-DE" dirty="0" err="1"/>
              <a:t>small</a:t>
            </a:r>
            <a:r>
              <a:rPr lang="de-DE" dirty="0"/>
              <a:t>. An </a:t>
            </a:r>
            <a:r>
              <a:rPr lang="de-DE" dirty="0" err="1"/>
              <a:t>application</a:t>
            </a:r>
            <a:r>
              <a:rPr lang="de-DE" dirty="0"/>
              <a:t> </a:t>
            </a:r>
            <a:r>
              <a:rPr lang="de-DE" dirty="0" err="1"/>
              <a:t>may</a:t>
            </a:r>
            <a:r>
              <a:rPr lang="de-DE" dirty="0"/>
              <a:t> </a:t>
            </a:r>
            <a:r>
              <a:rPr lang="de-DE" dirty="0" err="1"/>
              <a:t>remain</a:t>
            </a:r>
            <a:r>
              <a:rPr lang="de-DE" dirty="0"/>
              <a:t> </a:t>
            </a:r>
            <a:r>
              <a:rPr lang="de-DE" dirty="0" err="1"/>
              <a:t>idle</a:t>
            </a:r>
            <a:r>
              <a:rPr lang="de-DE" dirty="0"/>
              <a:t> for </a:t>
            </a:r>
            <a:r>
              <a:rPr lang="de-DE" dirty="0" err="1"/>
              <a:t>minutes</a:t>
            </a:r>
            <a:r>
              <a:rPr lang="de-DE" dirty="0"/>
              <a:t> and </a:t>
            </a:r>
            <a:r>
              <a:rPr lang="de-DE" dirty="0" err="1"/>
              <a:t>then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to </a:t>
            </a:r>
            <a:r>
              <a:rPr lang="de-DE" dirty="0" err="1"/>
              <a:t>react</a:t>
            </a:r>
            <a:r>
              <a:rPr lang="de-DE" dirty="0"/>
              <a:t> </a:t>
            </a:r>
            <a:r>
              <a:rPr lang="de-DE" dirty="0" err="1"/>
              <a:t>immediately</a:t>
            </a:r>
            <a:r>
              <a:rPr lang="de-DE" dirty="0"/>
              <a:t> </a:t>
            </a:r>
            <a:r>
              <a:rPr lang="de-DE" dirty="0" err="1"/>
              <a:t>when</a:t>
            </a:r>
            <a:r>
              <a:rPr lang="de-DE" dirty="0"/>
              <a:t> an </a:t>
            </a:r>
            <a:r>
              <a:rPr lang="de-DE" dirty="0" err="1"/>
              <a:t>event</a:t>
            </a:r>
            <a:r>
              <a:rPr lang="de-DE" dirty="0"/>
              <a:t> </a:t>
            </a:r>
            <a:r>
              <a:rPr lang="de-DE" dirty="0" err="1"/>
              <a:t>arrives</a:t>
            </a:r>
            <a:r>
              <a:rPr lang="de-DE" dirty="0"/>
              <a:t>.</a:t>
            </a:r>
          </a:p>
          <a:p>
            <a:r>
              <a:rPr lang="de-DE" dirty="0" err="1"/>
              <a:t>Examples</a:t>
            </a:r>
            <a:r>
              <a:rPr lang="de-DE" dirty="0"/>
              <a:t> </a:t>
            </a: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include</a:t>
            </a:r>
            <a:r>
              <a:rPr lang="de-DE" dirty="0"/>
              <a:t>:</a:t>
            </a:r>
          </a:p>
          <a:p>
            <a:pPr lvl="0"/>
            <a:r>
              <a:rPr lang="de-DE" dirty="0" err="1"/>
              <a:t>Preprocessing</a:t>
            </a:r>
            <a:r>
              <a:rPr lang="de-DE" dirty="0"/>
              <a:t> </a:t>
            </a:r>
            <a:r>
              <a:rPr lang="de-DE" dirty="0" err="1"/>
              <a:t>sensor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before</a:t>
            </a:r>
            <a:r>
              <a:rPr lang="de-DE" dirty="0"/>
              <a:t> </a:t>
            </a:r>
            <a:r>
              <a:rPr lang="de-DE" dirty="0" err="1"/>
              <a:t>sending</a:t>
            </a:r>
            <a:r>
              <a:rPr lang="de-DE" dirty="0"/>
              <a:t> it to the </a:t>
            </a:r>
            <a:r>
              <a:rPr lang="de-DE" dirty="0" err="1"/>
              <a:t>cloud</a:t>
            </a:r>
            <a:r>
              <a:rPr lang="de-DE" dirty="0"/>
              <a:t>. </a:t>
            </a:r>
          </a:p>
          <a:p>
            <a:pPr lvl="0"/>
            <a:r>
              <a:rPr lang="de-DE" dirty="0" err="1"/>
              <a:t>Evaluating</a:t>
            </a:r>
            <a:r>
              <a:rPr lang="de-DE" dirty="0"/>
              <a:t> a </a:t>
            </a:r>
            <a:r>
              <a:rPr lang="de-DE" dirty="0" err="1"/>
              <a:t>policy</a:t>
            </a:r>
            <a:r>
              <a:rPr lang="de-DE" dirty="0"/>
              <a:t> </a:t>
            </a:r>
            <a:r>
              <a:rPr lang="de-DE" dirty="0" err="1"/>
              <a:t>close</a:t>
            </a:r>
            <a:r>
              <a:rPr lang="de-DE" dirty="0"/>
              <a:t> to the </a:t>
            </a:r>
            <a:r>
              <a:rPr lang="de-DE" dirty="0" err="1"/>
              <a:t>device</a:t>
            </a:r>
            <a:r>
              <a:rPr lang="de-DE" dirty="0"/>
              <a:t>. </a:t>
            </a:r>
          </a:p>
          <a:p>
            <a:pPr lvl="0"/>
            <a:endParaRPr lang="de-DE" dirty="0"/>
          </a:p>
          <a:p>
            <a:pPr lvl="0"/>
            <a:r>
              <a:rPr lang="de-DE" dirty="0" err="1"/>
              <a:t>Kubernetes</a:t>
            </a:r>
            <a:r>
              <a:rPr lang="de-DE" dirty="0"/>
              <a:t> </a:t>
            </a:r>
            <a:r>
              <a:rPr lang="de-DE" dirty="0" err="1"/>
              <a:t>makes</a:t>
            </a:r>
            <a:r>
              <a:rPr lang="de-DE" dirty="0"/>
              <a:t> sense </a:t>
            </a:r>
            <a:r>
              <a:rPr lang="de-DE" dirty="0" err="1"/>
              <a:t>because</a:t>
            </a:r>
            <a:r>
              <a:rPr lang="de-DE" dirty="0"/>
              <a:t>: </a:t>
            </a:r>
          </a:p>
          <a:p>
            <a:pPr lvl="0"/>
            <a:r>
              <a:rPr lang="de-DE" dirty="0" err="1"/>
              <a:t>Declarative</a:t>
            </a:r>
            <a:r>
              <a:rPr lang="de-DE" dirty="0"/>
              <a:t> </a:t>
            </a:r>
            <a:r>
              <a:rPr lang="de-DE" dirty="0" err="1"/>
              <a:t>deployments</a:t>
            </a:r>
            <a:r>
              <a:rPr lang="de-DE" dirty="0"/>
              <a:t> </a:t>
            </a:r>
          </a:p>
          <a:p>
            <a:pPr lvl="0"/>
            <a:r>
              <a:rPr lang="de-DE" dirty="0" err="1"/>
              <a:t>Controlled</a:t>
            </a:r>
            <a:r>
              <a:rPr lang="de-DE" dirty="0"/>
              <a:t> </a:t>
            </a:r>
            <a:r>
              <a:rPr lang="de-DE" dirty="0" err="1"/>
              <a:t>rollouts</a:t>
            </a:r>
            <a:r>
              <a:rPr lang="de-DE" dirty="0"/>
              <a:t> </a:t>
            </a:r>
          </a:p>
          <a:p>
            <a:pPr lvl="0"/>
            <a:r>
              <a:rPr lang="de-DE" dirty="0"/>
              <a:t>Health </a:t>
            </a:r>
            <a:r>
              <a:rPr lang="de-DE" dirty="0" err="1"/>
              <a:t>monitoring</a:t>
            </a:r>
            <a:r>
              <a:rPr lang="de-DE" dirty="0"/>
              <a:t> </a:t>
            </a:r>
          </a:p>
          <a:p>
            <a:pPr lvl="0"/>
            <a:r>
              <a:rPr lang="de-DE" dirty="0" err="1"/>
              <a:t>Versioned</a:t>
            </a:r>
            <a:r>
              <a:rPr lang="de-DE" dirty="0"/>
              <a:t> </a:t>
            </a:r>
            <a:r>
              <a:rPr lang="de-DE" dirty="0" err="1"/>
              <a:t>application</a:t>
            </a:r>
            <a:r>
              <a:rPr lang="de-DE" dirty="0"/>
              <a:t> </a:t>
            </a:r>
            <a:r>
              <a:rPr lang="de-DE" dirty="0" err="1"/>
              <a:t>updates</a:t>
            </a:r>
            <a:endParaRPr lang="de-DE" dirty="0"/>
          </a:p>
          <a:p>
            <a:pPr lvl="0"/>
            <a:endParaRPr lang="de-DE" dirty="0"/>
          </a:p>
          <a:p>
            <a:r>
              <a:rPr lang="de-DE" dirty="0"/>
              <a:t>Then </a:t>
            </a:r>
            <a:r>
              <a:rPr lang="de-DE" dirty="0" err="1"/>
              <a:t>introduce</a:t>
            </a:r>
            <a:r>
              <a:rPr lang="de-DE" dirty="0"/>
              <a:t> the </a:t>
            </a:r>
            <a:r>
              <a:rPr lang="de-DE" dirty="0" err="1"/>
              <a:t>central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:</a:t>
            </a:r>
          </a:p>
          <a:p>
            <a:r>
              <a:rPr lang="de-DE" dirty="0"/>
              <a:t>“</a:t>
            </a:r>
            <a:r>
              <a:rPr lang="de-DE" dirty="0" err="1"/>
              <a:t>Kubernetes</a:t>
            </a:r>
            <a:r>
              <a:rPr lang="de-DE" dirty="0"/>
              <a:t> </a:t>
            </a:r>
            <a:r>
              <a:rPr lang="de-DE" dirty="0" err="1"/>
              <a:t>gives</a:t>
            </a:r>
            <a:r>
              <a:rPr lang="de-DE" dirty="0"/>
              <a:t> </a:t>
            </a:r>
            <a:r>
              <a:rPr lang="de-DE" dirty="0" err="1"/>
              <a:t>us</a:t>
            </a:r>
            <a:r>
              <a:rPr lang="de-DE" dirty="0"/>
              <a:t> the </a:t>
            </a:r>
            <a:r>
              <a:rPr lang="de-DE" dirty="0" err="1"/>
              <a:t>scheduling</a:t>
            </a:r>
            <a:r>
              <a:rPr lang="de-DE" dirty="0"/>
              <a:t> and operational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. But do all </a:t>
            </a:r>
            <a:r>
              <a:rPr lang="de-DE" dirty="0" err="1"/>
              <a:t>these</a:t>
            </a:r>
            <a:r>
              <a:rPr lang="de-DE" dirty="0"/>
              <a:t> small </a:t>
            </a:r>
            <a:r>
              <a:rPr lang="de-DE" dirty="0" err="1"/>
              <a:t>workloads</a:t>
            </a:r>
            <a:r>
              <a:rPr lang="de-DE" dirty="0"/>
              <a:t> </a:t>
            </a:r>
            <a:r>
              <a:rPr lang="de-DE" dirty="0" err="1"/>
              <a:t>really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to </a:t>
            </a:r>
            <a:r>
              <a:rPr lang="de-DE" dirty="0" err="1"/>
              <a:t>start</a:t>
            </a:r>
            <a:r>
              <a:rPr lang="de-DE" dirty="0"/>
              <a:t> as </a:t>
            </a:r>
            <a:r>
              <a:rPr lang="de-DE" dirty="0" err="1"/>
              <a:t>conventional</a:t>
            </a:r>
            <a:r>
              <a:rPr lang="de-DE" dirty="0"/>
              <a:t> Linux </a:t>
            </a:r>
            <a:r>
              <a:rPr lang="de-DE" dirty="0" err="1"/>
              <a:t>containers</a:t>
            </a:r>
            <a:r>
              <a:rPr lang="de-DE" dirty="0"/>
              <a:t>?”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EB869-368C-6B44-8C56-5261EDD25747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3262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F33A8-C633-6AC2-F60E-25DAEA116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E9EAB86-A38C-CB34-67AD-679E950703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C5A3489-199B-5667-D6E8-8495E68F2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Explain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at least </a:t>
            </a:r>
            <a:r>
              <a:rPr lang="de-DE" dirty="0" err="1"/>
              <a:t>three</a:t>
            </a:r>
            <a:r>
              <a:rPr lang="de-DE" dirty="0"/>
              <a:t> different kinds of </a:t>
            </a:r>
            <a:r>
              <a:rPr lang="de-DE" dirty="0" err="1"/>
              <a:t>latency</a:t>
            </a:r>
            <a:r>
              <a:rPr lang="de-DE" dirty="0"/>
              <a:t>:</a:t>
            </a:r>
          </a:p>
          <a:p>
            <a:pPr lvl="0"/>
            <a:r>
              <a:rPr lang="de-DE" b="1" dirty="0"/>
              <a:t>Network </a:t>
            </a:r>
            <a:r>
              <a:rPr lang="de-DE" b="1" dirty="0" err="1"/>
              <a:t>latency</a:t>
            </a:r>
            <a:r>
              <a:rPr lang="de-DE" b="1" dirty="0"/>
              <a:t>:</a:t>
            </a:r>
            <a:r>
              <a:rPr lang="de-DE" dirty="0"/>
              <a:t> How </a:t>
            </a:r>
            <a:r>
              <a:rPr lang="de-DE" dirty="0" err="1"/>
              <a:t>far</a:t>
            </a:r>
            <a:r>
              <a:rPr lang="de-DE" dirty="0"/>
              <a:t> the </a:t>
            </a:r>
            <a:r>
              <a:rPr lang="de-DE" dirty="0" err="1"/>
              <a:t>request</a:t>
            </a:r>
            <a:r>
              <a:rPr lang="de-DE" dirty="0"/>
              <a:t> </a:t>
            </a:r>
            <a:r>
              <a:rPr lang="de-DE" dirty="0" err="1"/>
              <a:t>travels</a:t>
            </a:r>
            <a:r>
              <a:rPr lang="de-DE" dirty="0"/>
              <a:t>. </a:t>
            </a:r>
          </a:p>
          <a:p>
            <a:pPr lvl="0"/>
            <a:r>
              <a:rPr lang="de-DE" b="1" dirty="0"/>
              <a:t>Startup </a:t>
            </a:r>
            <a:r>
              <a:rPr lang="de-DE" b="1" dirty="0" err="1"/>
              <a:t>latency</a:t>
            </a:r>
            <a:r>
              <a:rPr lang="de-DE" b="1" dirty="0"/>
              <a:t>:</a:t>
            </a:r>
            <a:r>
              <a:rPr lang="de-DE" dirty="0"/>
              <a:t> How </a:t>
            </a:r>
            <a:r>
              <a:rPr lang="de-DE" dirty="0" err="1"/>
              <a:t>long</a:t>
            </a:r>
            <a:r>
              <a:rPr lang="de-DE" dirty="0"/>
              <a:t> a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workload</a:t>
            </a:r>
            <a:r>
              <a:rPr lang="de-DE" dirty="0"/>
              <a:t> </a:t>
            </a:r>
            <a:r>
              <a:rPr lang="de-DE" dirty="0" err="1"/>
              <a:t>instance</a:t>
            </a:r>
            <a:r>
              <a:rPr lang="de-DE" dirty="0"/>
              <a:t> </a:t>
            </a:r>
            <a:r>
              <a:rPr lang="de-DE" dirty="0" err="1"/>
              <a:t>takes</a:t>
            </a:r>
            <a:r>
              <a:rPr lang="de-DE" dirty="0"/>
              <a:t> to </a:t>
            </a:r>
            <a:r>
              <a:rPr lang="de-DE" dirty="0" err="1"/>
              <a:t>become</a:t>
            </a:r>
            <a:r>
              <a:rPr lang="de-DE" dirty="0"/>
              <a:t> </a:t>
            </a:r>
            <a:r>
              <a:rPr lang="de-DE" dirty="0" err="1"/>
              <a:t>available</a:t>
            </a:r>
            <a:r>
              <a:rPr lang="de-DE" dirty="0"/>
              <a:t>. </a:t>
            </a:r>
          </a:p>
          <a:p>
            <a:pPr lvl="0"/>
            <a:r>
              <a:rPr lang="de-DE" b="1" dirty="0" err="1"/>
              <a:t>Execution</a:t>
            </a:r>
            <a:r>
              <a:rPr lang="de-DE" b="1" dirty="0"/>
              <a:t> </a:t>
            </a:r>
            <a:r>
              <a:rPr lang="de-DE" b="1" dirty="0" err="1"/>
              <a:t>latency</a:t>
            </a:r>
            <a:r>
              <a:rPr lang="de-DE" b="1" dirty="0"/>
              <a:t>:</a:t>
            </a:r>
            <a:r>
              <a:rPr lang="de-DE" dirty="0"/>
              <a:t> How </a:t>
            </a:r>
            <a:r>
              <a:rPr lang="de-DE" dirty="0" err="1"/>
              <a:t>long</a:t>
            </a:r>
            <a:r>
              <a:rPr lang="de-DE" dirty="0"/>
              <a:t> the </a:t>
            </a:r>
            <a:r>
              <a:rPr lang="de-DE" dirty="0" err="1"/>
              <a:t>application</a:t>
            </a:r>
            <a:r>
              <a:rPr lang="de-DE" dirty="0"/>
              <a:t> </a:t>
            </a:r>
            <a:r>
              <a:rPr lang="de-DE" dirty="0" err="1"/>
              <a:t>takes</a:t>
            </a:r>
            <a:r>
              <a:rPr lang="de-DE" dirty="0"/>
              <a:t> to </a:t>
            </a:r>
            <a:r>
              <a:rPr lang="de-DE" dirty="0" err="1"/>
              <a:t>process</a:t>
            </a:r>
            <a:r>
              <a:rPr lang="de-DE" dirty="0"/>
              <a:t> a </a:t>
            </a:r>
            <a:r>
              <a:rPr lang="de-DE" dirty="0" err="1"/>
              <a:t>request</a:t>
            </a:r>
            <a:r>
              <a:rPr lang="de-DE" dirty="0"/>
              <a:t> </a:t>
            </a:r>
            <a:r>
              <a:rPr lang="de-DE" dirty="0" err="1"/>
              <a:t>once</a:t>
            </a:r>
            <a:r>
              <a:rPr lang="de-DE" dirty="0"/>
              <a:t> it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running</a:t>
            </a:r>
            <a:r>
              <a:rPr lang="de-DE" dirty="0"/>
              <a:t>. </a:t>
            </a:r>
          </a:p>
          <a:p>
            <a:r>
              <a:rPr lang="de-DE" dirty="0"/>
              <a:t>Moving </a:t>
            </a:r>
            <a:r>
              <a:rPr lang="de-DE" dirty="0" err="1"/>
              <a:t>compute</a:t>
            </a:r>
            <a:r>
              <a:rPr lang="de-DE" dirty="0"/>
              <a:t> to the </a:t>
            </a:r>
            <a:r>
              <a:rPr lang="de-DE" dirty="0" err="1"/>
              <a:t>edge</a:t>
            </a:r>
            <a:r>
              <a:rPr lang="de-DE" dirty="0"/>
              <a:t> </a:t>
            </a:r>
            <a:r>
              <a:rPr lang="de-DE" dirty="0" err="1"/>
              <a:t>primarily</a:t>
            </a:r>
            <a:r>
              <a:rPr lang="de-DE" dirty="0"/>
              <a:t> </a:t>
            </a:r>
            <a:r>
              <a:rPr lang="de-DE" dirty="0" err="1"/>
              <a:t>reduces</a:t>
            </a:r>
            <a:r>
              <a:rPr lang="de-DE" dirty="0"/>
              <a:t> network </a:t>
            </a:r>
            <a:r>
              <a:rPr lang="de-DE" dirty="0" err="1"/>
              <a:t>latency</a:t>
            </a:r>
            <a:r>
              <a:rPr lang="de-DE" dirty="0"/>
              <a:t>. </a:t>
            </a:r>
            <a:r>
              <a:rPr lang="de-DE" dirty="0" err="1"/>
              <a:t>WebAssembly</a:t>
            </a:r>
            <a:r>
              <a:rPr lang="de-DE" dirty="0"/>
              <a:t> </a:t>
            </a:r>
            <a:r>
              <a:rPr lang="de-DE" dirty="0" err="1"/>
              <a:t>may</a:t>
            </a:r>
            <a:r>
              <a:rPr lang="de-DE" dirty="0"/>
              <a:t> </a:t>
            </a:r>
            <a:r>
              <a:rPr lang="de-DE" dirty="0" err="1"/>
              <a:t>help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startup</a:t>
            </a:r>
            <a:r>
              <a:rPr lang="de-DE" dirty="0"/>
              <a:t> time, </a:t>
            </a:r>
            <a:r>
              <a:rPr lang="de-DE" dirty="0" err="1"/>
              <a:t>deployment</a:t>
            </a:r>
            <a:r>
              <a:rPr lang="de-DE" dirty="0"/>
              <a:t> </a:t>
            </a:r>
            <a:r>
              <a:rPr lang="de-DE" dirty="0" err="1"/>
              <a:t>size</a:t>
            </a:r>
            <a:r>
              <a:rPr lang="de-DE" dirty="0"/>
              <a:t>, and </a:t>
            </a:r>
            <a:r>
              <a:rPr lang="de-DE" dirty="0" err="1"/>
              <a:t>workload</a:t>
            </a:r>
            <a:r>
              <a:rPr lang="de-DE" dirty="0"/>
              <a:t> </a:t>
            </a:r>
            <a:r>
              <a:rPr lang="de-DE" dirty="0" err="1"/>
              <a:t>density</a:t>
            </a:r>
            <a:r>
              <a:rPr lang="de-DE" dirty="0"/>
              <a:t>. It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b="1" dirty="0"/>
              <a:t>not</a:t>
            </a:r>
            <a:r>
              <a:rPr lang="de-DE" dirty="0"/>
              <a:t> </a:t>
            </a:r>
            <a:r>
              <a:rPr lang="de-DE" dirty="0" err="1"/>
              <a:t>automatically</a:t>
            </a:r>
            <a:r>
              <a:rPr lang="de-DE" dirty="0"/>
              <a:t> </a:t>
            </a:r>
            <a:r>
              <a:rPr lang="de-DE" dirty="0" err="1"/>
              <a:t>make</a:t>
            </a:r>
            <a:r>
              <a:rPr lang="de-DE" dirty="0"/>
              <a:t> </a:t>
            </a:r>
            <a:r>
              <a:rPr lang="de-DE" dirty="0" err="1"/>
              <a:t>arbitrary</a:t>
            </a:r>
            <a:r>
              <a:rPr lang="de-DE" dirty="0"/>
              <a:t> </a:t>
            </a:r>
            <a:r>
              <a:rPr lang="de-DE" dirty="0" err="1"/>
              <a:t>application</a:t>
            </a:r>
            <a:r>
              <a:rPr lang="de-DE" dirty="0"/>
              <a:t> code </a:t>
            </a:r>
            <a:r>
              <a:rPr lang="de-DE" dirty="0" err="1"/>
              <a:t>faster</a:t>
            </a:r>
            <a:r>
              <a:rPr lang="de-DE" dirty="0"/>
              <a:t>.</a:t>
            </a:r>
          </a:p>
          <a:p>
            <a:r>
              <a:rPr lang="de-DE" dirty="0"/>
              <a:t>A </a:t>
            </a:r>
            <a:r>
              <a:rPr lang="de-DE" dirty="0" err="1"/>
              <a:t>good</a:t>
            </a:r>
            <a:r>
              <a:rPr lang="de-DE" dirty="0"/>
              <a:t> </a:t>
            </a:r>
            <a:r>
              <a:rPr lang="de-DE" dirty="0" err="1"/>
              <a:t>sentence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 </a:t>
            </a:r>
            <a:r>
              <a:rPr lang="de-DE" dirty="0" err="1"/>
              <a:t>would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:</a:t>
            </a:r>
          </a:p>
          <a:p>
            <a:r>
              <a:rPr lang="de-DE" dirty="0"/>
              <a:t>“Running at the </a:t>
            </a:r>
            <a:r>
              <a:rPr lang="de-DE" dirty="0" err="1"/>
              <a:t>edge</a:t>
            </a:r>
            <a:r>
              <a:rPr lang="de-DE" dirty="0"/>
              <a:t> </a:t>
            </a:r>
            <a:r>
              <a:rPr lang="de-DE" dirty="0" err="1"/>
              <a:t>removes</a:t>
            </a:r>
            <a:r>
              <a:rPr lang="de-DE" dirty="0"/>
              <a:t> </a:t>
            </a:r>
            <a:r>
              <a:rPr lang="de-DE" dirty="0" err="1"/>
              <a:t>distance</a:t>
            </a:r>
            <a:r>
              <a:rPr lang="de-DE" dirty="0"/>
              <a:t>. </a:t>
            </a:r>
            <a:r>
              <a:rPr lang="de-DE" dirty="0" err="1"/>
              <a:t>WebAssembly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remove </a:t>
            </a:r>
            <a:r>
              <a:rPr lang="de-DE" dirty="0" err="1"/>
              <a:t>some</a:t>
            </a:r>
            <a:r>
              <a:rPr lang="de-DE" dirty="0"/>
              <a:t> of the </a:t>
            </a:r>
            <a:r>
              <a:rPr lang="de-DE" dirty="0" err="1"/>
              <a:t>startup</a:t>
            </a:r>
            <a:r>
              <a:rPr lang="de-DE" dirty="0"/>
              <a:t> and </a:t>
            </a:r>
            <a:r>
              <a:rPr lang="de-DE" dirty="0" err="1"/>
              <a:t>packaging</a:t>
            </a:r>
            <a:r>
              <a:rPr lang="de-DE" dirty="0"/>
              <a:t> </a:t>
            </a:r>
            <a:r>
              <a:rPr lang="de-DE" dirty="0" err="1"/>
              <a:t>overhead</a:t>
            </a:r>
            <a:r>
              <a:rPr lang="de-DE" dirty="0"/>
              <a:t>. </a:t>
            </a:r>
            <a:r>
              <a:rPr lang="de-DE" dirty="0" err="1"/>
              <a:t>Those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related</a:t>
            </a:r>
            <a:r>
              <a:rPr lang="de-DE" dirty="0"/>
              <a:t> </a:t>
            </a:r>
            <a:r>
              <a:rPr lang="de-DE" dirty="0" err="1"/>
              <a:t>benefits</a:t>
            </a:r>
            <a:r>
              <a:rPr lang="de-DE" dirty="0"/>
              <a:t>, but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not the same </a:t>
            </a:r>
            <a:r>
              <a:rPr lang="de-DE" dirty="0" err="1"/>
              <a:t>thing</a:t>
            </a:r>
            <a:r>
              <a:rPr lang="de-DE" dirty="0"/>
              <a:t>.”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47FEF40-A004-5015-9F9C-29ED690E8D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EB869-368C-6B44-8C56-5261EDD25747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03437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- </a:t>
            </a:r>
            <a:r>
              <a:rPr lang="de-DE" dirty="0" err="1"/>
              <a:t>introduce</a:t>
            </a:r>
            <a:r>
              <a:rPr lang="de-DE" dirty="0"/>
              <a:t> a different </a:t>
            </a:r>
            <a:r>
              <a:rPr lang="de-DE" dirty="0" err="1"/>
              <a:t>compilation</a:t>
            </a:r>
            <a:r>
              <a:rPr lang="de-DE" dirty="0"/>
              <a:t> </a:t>
            </a:r>
            <a:r>
              <a:rPr lang="de-DE" dirty="0" err="1"/>
              <a:t>target</a:t>
            </a:r>
            <a:r>
              <a:rPr lang="de-DE" dirty="0"/>
              <a:t>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Javascript</a:t>
            </a:r>
            <a:endParaRPr lang="de-DE" dirty="0"/>
          </a:p>
          <a:p>
            <a:r>
              <a:rPr lang="de-DE" dirty="0"/>
              <a:t>	- </a:t>
            </a:r>
            <a:r>
              <a:rPr lang="de-DE" dirty="0" err="1"/>
              <a:t>compile</a:t>
            </a:r>
            <a:r>
              <a:rPr lang="de-DE" dirty="0"/>
              <a:t> </a:t>
            </a:r>
            <a:r>
              <a:rPr lang="de-DE" dirty="0" err="1"/>
              <a:t>module</a:t>
            </a:r>
            <a:r>
              <a:rPr lang="de-DE" dirty="0"/>
              <a:t> -&gt; </a:t>
            </a:r>
            <a:r>
              <a:rPr lang="de-DE" dirty="0" err="1"/>
              <a:t>serve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browser</a:t>
            </a:r>
            <a:r>
              <a:rPr lang="de-DE" dirty="0"/>
              <a:t> -&gt; </a:t>
            </a:r>
            <a:r>
              <a:rPr lang="de-DE" dirty="0" err="1"/>
              <a:t>execute</a:t>
            </a:r>
            <a:r>
              <a:rPr lang="de-DE" dirty="0"/>
              <a:t> </a:t>
            </a:r>
            <a:r>
              <a:rPr lang="de-DE" dirty="0" err="1"/>
              <a:t>locally</a:t>
            </a:r>
            <a:r>
              <a:rPr lang="de-DE" dirty="0"/>
              <a:t> in </a:t>
            </a:r>
            <a:r>
              <a:rPr lang="de-DE" dirty="0" err="1"/>
              <a:t>browser</a:t>
            </a:r>
            <a:endParaRPr lang="de-DE" dirty="0"/>
          </a:p>
          <a:p>
            <a:r>
              <a:rPr lang="de-DE" dirty="0"/>
              <a:t>	- </a:t>
            </a:r>
            <a:r>
              <a:rPr lang="de-DE" dirty="0" err="1"/>
              <a:t>especially</a:t>
            </a:r>
            <a:r>
              <a:rPr lang="de-DE" dirty="0"/>
              <a:t> </a:t>
            </a:r>
            <a:r>
              <a:rPr lang="de-DE" dirty="0" err="1"/>
              <a:t>useful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computationally</a:t>
            </a:r>
            <a:r>
              <a:rPr lang="de-DE" dirty="0"/>
              <a:t> intensive </a:t>
            </a:r>
            <a:r>
              <a:rPr lang="de-DE" dirty="0" err="1"/>
              <a:t>applications</a:t>
            </a:r>
            <a:r>
              <a:rPr lang="de-DE" dirty="0"/>
              <a:t> such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games</a:t>
            </a:r>
            <a:r>
              <a:rPr lang="de-DE" dirty="0"/>
              <a:t>, </a:t>
            </a:r>
            <a:r>
              <a:rPr lang="de-DE" dirty="0" err="1"/>
              <a:t>graphics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processing</a:t>
            </a:r>
            <a:r>
              <a:rPr lang="de-DE" dirty="0"/>
              <a:t>.</a:t>
            </a:r>
          </a:p>
          <a:p>
            <a:r>
              <a:rPr lang="de-DE" b="0" dirty="0"/>
              <a:t>- </a:t>
            </a:r>
            <a:r>
              <a:rPr lang="de-DE" b="0" dirty="0" err="1"/>
              <a:t>WebAssembly</a:t>
            </a:r>
            <a:r>
              <a:rPr lang="de-DE" b="0" dirty="0"/>
              <a:t> </a:t>
            </a:r>
            <a:r>
              <a:rPr lang="de-DE" b="0" dirty="0" err="1"/>
              <a:t>itself</a:t>
            </a:r>
            <a:r>
              <a:rPr lang="de-DE" b="0" dirty="0"/>
              <a:t> </a:t>
            </a:r>
            <a:r>
              <a:rPr lang="de-DE" b="0" dirty="0" err="1"/>
              <a:t>deliberately</a:t>
            </a:r>
            <a:r>
              <a:rPr lang="de-DE" b="0" dirty="0"/>
              <a:t> </a:t>
            </a:r>
            <a:r>
              <a:rPr lang="de-DE" b="0" dirty="0" err="1"/>
              <a:t>does</a:t>
            </a:r>
            <a:r>
              <a:rPr lang="de-DE" b="0" dirty="0"/>
              <a:t> not </a:t>
            </a:r>
            <a:r>
              <a:rPr lang="de-DE" b="0" dirty="0" err="1"/>
              <a:t>define</a:t>
            </a:r>
            <a:r>
              <a:rPr lang="de-DE" b="0" dirty="0"/>
              <a:t> </a:t>
            </a:r>
            <a:r>
              <a:rPr lang="de-DE" b="0" dirty="0" err="1"/>
              <a:t>how</a:t>
            </a:r>
            <a:r>
              <a:rPr lang="de-DE" b="0" dirty="0"/>
              <a:t> a </a:t>
            </a:r>
            <a:r>
              <a:rPr lang="de-DE" b="0" dirty="0" err="1"/>
              <a:t>program</a:t>
            </a:r>
            <a:r>
              <a:rPr lang="de-DE" b="0" dirty="0"/>
              <a:t> </a:t>
            </a:r>
            <a:r>
              <a:rPr lang="de-DE" b="0" dirty="0" err="1"/>
              <a:t>interacts</a:t>
            </a:r>
            <a:r>
              <a:rPr lang="de-DE" b="0" dirty="0"/>
              <a:t> </a:t>
            </a:r>
            <a:r>
              <a:rPr lang="de-DE" b="0" dirty="0" err="1"/>
              <a:t>with</a:t>
            </a:r>
            <a:r>
              <a:rPr lang="de-DE" b="0" dirty="0"/>
              <a:t> an </a:t>
            </a:r>
            <a:r>
              <a:rPr lang="de-DE" b="0" dirty="0" err="1"/>
              <a:t>operating</a:t>
            </a:r>
            <a:r>
              <a:rPr lang="de-DE" b="0" dirty="0"/>
              <a:t> </a:t>
            </a:r>
            <a:r>
              <a:rPr lang="de-DE" b="0" dirty="0" err="1"/>
              <a:t>system</a:t>
            </a:r>
            <a:endParaRPr lang="de-DE" b="0" dirty="0"/>
          </a:p>
          <a:p>
            <a:r>
              <a:rPr lang="de-DE" b="0" dirty="0"/>
              <a:t>	- interface </a:t>
            </a:r>
            <a:r>
              <a:rPr lang="de-DE" b="0" dirty="0" err="1"/>
              <a:t>between</a:t>
            </a:r>
            <a:r>
              <a:rPr lang="de-DE" b="0" dirty="0"/>
              <a:t> WASM and host </a:t>
            </a:r>
            <a:r>
              <a:rPr lang="de-DE" b="0" dirty="0" err="1"/>
              <a:t>system</a:t>
            </a:r>
            <a:endParaRPr lang="de-DE" b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4AFEB6-D305-4F4F-8334-659757AA5B97}" type="slidenum">
              <a:rPr lang="en-DE" smtClean="0"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4658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Isolation: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containers</a:t>
            </a:r>
            <a:r>
              <a:rPr lang="de-DE" dirty="0"/>
              <a:t>, </a:t>
            </a:r>
            <a:r>
              <a:rPr lang="de-DE" dirty="0" err="1"/>
              <a:t>isolation</a:t>
            </a:r>
            <a:r>
              <a:rPr lang="de-DE" dirty="0"/>
              <a:t> </a:t>
            </a:r>
            <a:r>
              <a:rPr lang="de-DE" dirty="0" err="1"/>
              <a:t>primarily</a:t>
            </a:r>
            <a:r>
              <a:rPr lang="de-DE" dirty="0"/>
              <a:t> </a:t>
            </a:r>
            <a:r>
              <a:rPr lang="de-DE" dirty="0" err="1"/>
              <a:t>happens</a:t>
            </a:r>
            <a:r>
              <a:rPr lang="de-DE" dirty="0"/>
              <a:t> </a:t>
            </a:r>
            <a:r>
              <a:rPr lang="de-DE" dirty="0" err="1"/>
              <a:t>around</a:t>
            </a:r>
            <a:r>
              <a:rPr lang="de-DE" dirty="0"/>
              <a:t> a native </a:t>
            </a:r>
            <a:r>
              <a:rPr lang="de-DE" dirty="0" err="1"/>
              <a:t>process</a:t>
            </a:r>
            <a:r>
              <a:rPr lang="de-DE" dirty="0"/>
              <a:t>.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Wasm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application</a:t>
            </a:r>
            <a:r>
              <a:rPr lang="de-DE" dirty="0"/>
              <a:t> </a:t>
            </a:r>
            <a:r>
              <a:rPr lang="de-DE" dirty="0" err="1"/>
              <a:t>starts</a:t>
            </a:r>
            <a:r>
              <a:rPr lang="de-DE" dirty="0"/>
              <a:t> </a:t>
            </a:r>
            <a:r>
              <a:rPr lang="de-DE" dirty="0" err="1"/>
              <a:t>inside</a:t>
            </a:r>
            <a:r>
              <a:rPr lang="de-DE" dirty="0"/>
              <a:t> a </a:t>
            </a:r>
            <a:r>
              <a:rPr lang="de-DE" dirty="0" err="1"/>
              <a:t>sandboxed</a:t>
            </a:r>
            <a:r>
              <a:rPr lang="de-DE" dirty="0"/>
              <a:t> </a:t>
            </a:r>
            <a:r>
              <a:rPr lang="de-DE" dirty="0" err="1"/>
              <a:t>execution</a:t>
            </a:r>
            <a:r>
              <a:rPr lang="de-DE" dirty="0"/>
              <a:t> </a:t>
            </a:r>
            <a:r>
              <a:rPr lang="de-DE" dirty="0" err="1"/>
              <a:t>environment</a:t>
            </a:r>
            <a:r>
              <a:rPr lang="de-DE" dirty="0"/>
              <a:t> and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receives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capabilities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host </a:t>
            </a:r>
            <a:r>
              <a:rPr lang="de-DE" dirty="0" err="1"/>
              <a:t>exposes</a:t>
            </a:r>
            <a:r>
              <a:rPr lang="de-DE" dirty="0"/>
              <a:t> (</a:t>
            </a:r>
            <a:r>
              <a:rPr lang="de-DE" dirty="0" err="1"/>
              <a:t>containers</a:t>
            </a:r>
            <a:r>
              <a:rPr lang="de-DE" dirty="0"/>
              <a:t>: </a:t>
            </a:r>
            <a:r>
              <a:rPr lang="de-DE" dirty="0" err="1"/>
              <a:t>namespaces</a:t>
            </a:r>
            <a:r>
              <a:rPr lang="de-DE" dirty="0"/>
              <a:t>/</a:t>
            </a:r>
            <a:r>
              <a:rPr lang="de-DE" dirty="0" err="1"/>
              <a:t>cgroups</a:t>
            </a:r>
            <a:r>
              <a:rPr lang="de-DE" dirty="0"/>
              <a:t>)</a:t>
            </a:r>
          </a:p>
          <a:p>
            <a:r>
              <a:rPr lang="de-DE" dirty="0"/>
              <a:t>Host </a:t>
            </a:r>
            <a:r>
              <a:rPr lang="de-DE" dirty="0" err="1"/>
              <a:t>access</a:t>
            </a:r>
            <a:r>
              <a:rPr lang="de-DE" dirty="0"/>
              <a:t>: Containers </a:t>
            </a:r>
            <a:r>
              <a:rPr lang="de-DE" dirty="0" err="1"/>
              <a:t>generally</a:t>
            </a:r>
            <a:r>
              <a:rPr lang="de-DE" dirty="0"/>
              <a:t> </a:t>
            </a:r>
            <a:r>
              <a:rPr lang="de-DE" dirty="0" err="1"/>
              <a:t>run</a:t>
            </a:r>
            <a:r>
              <a:rPr lang="de-DE" dirty="0"/>
              <a:t> </a:t>
            </a:r>
            <a:r>
              <a:rPr lang="de-DE" dirty="0" err="1"/>
              <a:t>applications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assume</a:t>
            </a:r>
            <a:r>
              <a:rPr lang="de-DE" dirty="0"/>
              <a:t> </a:t>
            </a:r>
            <a:r>
              <a:rPr lang="de-DE" dirty="0" err="1"/>
              <a:t>conventional</a:t>
            </a:r>
            <a:r>
              <a:rPr lang="de-DE" dirty="0"/>
              <a:t> OS </a:t>
            </a:r>
            <a:r>
              <a:rPr lang="de-DE" dirty="0" err="1"/>
              <a:t>functionality</a:t>
            </a:r>
            <a:r>
              <a:rPr lang="de-DE" dirty="0"/>
              <a:t> (</a:t>
            </a:r>
            <a:r>
              <a:rPr lang="de-DE" dirty="0" err="1"/>
              <a:t>filesystem</a:t>
            </a:r>
            <a:r>
              <a:rPr lang="de-DE" dirty="0"/>
              <a:t>, </a:t>
            </a:r>
            <a:r>
              <a:rPr lang="de-DE" dirty="0" err="1"/>
              <a:t>environment</a:t>
            </a:r>
            <a:r>
              <a:rPr lang="de-DE" dirty="0"/>
              <a:t> variables).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Wasm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workload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gets</a:t>
            </a:r>
            <a:r>
              <a:rPr lang="de-DE" dirty="0"/>
              <a:t> </a:t>
            </a:r>
            <a:r>
              <a:rPr lang="de-DE" dirty="0" err="1"/>
              <a:t>interfaces</a:t>
            </a:r>
            <a:r>
              <a:rPr lang="de-DE" dirty="0"/>
              <a:t> </a:t>
            </a:r>
            <a:r>
              <a:rPr lang="de-DE" dirty="0" err="1"/>
              <a:t>provided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runtime</a:t>
            </a:r>
            <a:endParaRPr lang="de-DE" dirty="0"/>
          </a:p>
          <a:p>
            <a:endParaRPr lang="de-DE" dirty="0"/>
          </a:p>
          <a:p>
            <a:r>
              <a:rPr lang="de-DE" b="1" dirty="0"/>
              <a:t>POTENTIAL QUESTIONS MIGHT ARISE LIKE “WDYM BY THIS AND THAT?“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4AFEB6-D305-4F4F-8334-659757AA5B97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264605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F33A8-C633-6AC2-F60E-25DAEA116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E9EAB86-A38C-CB34-67AD-679E950703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C5A3489-199B-5667-D6E8-8495E68F2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47FEF40-A004-5015-9F9C-29ED690E8D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EB869-368C-6B44-8C56-5261EDD25747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45733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- </a:t>
            </a:r>
            <a:r>
              <a:rPr lang="de-DE" dirty="0" err="1"/>
              <a:t>For</a:t>
            </a:r>
            <a:r>
              <a:rPr lang="de-DE" dirty="0"/>
              <a:t> an </a:t>
            </a:r>
            <a:r>
              <a:rPr lang="de-DE" dirty="0" err="1"/>
              <a:t>application</a:t>
            </a:r>
            <a:r>
              <a:rPr lang="de-DE" dirty="0"/>
              <a:t> </a:t>
            </a:r>
            <a:r>
              <a:rPr lang="de-DE" dirty="0" err="1"/>
              <a:t>that's</a:t>
            </a:r>
            <a:r>
              <a:rPr lang="de-DE" dirty="0"/>
              <a:t> </a:t>
            </a:r>
            <a:r>
              <a:rPr lang="de-DE" dirty="0" err="1"/>
              <a:t>already</a:t>
            </a:r>
            <a:r>
              <a:rPr lang="de-DE" dirty="0"/>
              <a:t> </a:t>
            </a:r>
            <a:r>
              <a:rPr lang="de-DE" dirty="0" err="1"/>
              <a:t>running</a:t>
            </a:r>
            <a:r>
              <a:rPr lang="de-DE" dirty="0"/>
              <a:t> </a:t>
            </a:r>
            <a:r>
              <a:rPr lang="de-DE" dirty="0" err="1"/>
              <a:t>perfectly</a:t>
            </a:r>
            <a:r>
              <a:rPr lang="de-DE" dirty="0"/>
              <a:t> </a:t>
            </a:r>
            <a:r>
              <a:rPr lang="de-DE" dirty="0" err="1"/>
              <a:t>well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a </a:t>
            </a:r>
            <a:r>
              <a:rPr lang="de-DE" dirty="0" err="1"/>
              <a:t>container</a:t>
            </a:r>
            <a:r>
              <a:rPr lang="de-DE" dirty="0"/>
              <a:t>,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usually</a:t>
            </a:r>
            <a:r>
              <a:rPr lang="de-DE" dirty="0"/>
              <a:t> </a:t>
            </a:r>
            <a:r>
              <a:rPr lang="de-DE" dirty="0" err="1"/>
              <a:t>isn't</a:t>
            </a:r>
            <a:r>
              <a:rPr lang="de-DE" dirty="0"/>
              <a:t> a </a:t>
            </a:r>
            <a:r>
              <a:rPr lang="de-DE" dirty="0" err="1"/>
              <a:t>reason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rewrite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Wasm</a:t>
            </a:r>
            <a:endParaRPr lang="de-DE" dirty="0"/>
          </a:p>
          <a:p>
            <a:r>
              <a:rPr lang="de-DE" dirty="0"/>
              <a:t>- </a:t>
            </a:r>
            <a:r>
              <a:rPr lang="de-DE" dirty="0" err="1"/>
              <a:t>WebAssembly</a:t>
            </a:r>
            <a:r>
              <a:rPr lang="de-DE" dirty="0"/>
              <a:t> </a:t>
            </a:r>
            <a:r>
              <a:rPr lang="de-DE" dirty="0" err="1"/>
              <a:t>gets</a:t>
            </a:r>
            <a:r>
              <a:rPr lang="de-DE" dirty="0"/>
              <a:t> </a:t>
            </a:r>
            <a:r>
              <a:rPr lang="de-DE" dirty="0" err="1"/>
              <a:t>interesting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workload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small</a:t>
            </a:r>
            <a:r>
              <a:rPr lang="de-DE" dirty="0"/>
              <a:t>, </a:t>
            </a:r>
            <a:r>
              <a:rPr lang="de-DE" dirty="0" err="1"/>
              <a:t>isolated</a:t>
            </a:r>
            <a:r>
              <a:rPr lang="de-DE" dirty="0"/>
              <a:t>, </a:t>
            </a:r>
            <a:r>
              <a:rPr lang="de-DE" dirty="0" err="1"/>
              <a:t>frequently</a:t>
            </a:r>
            <a:r>
              <a:rPr lang="de-DE" dirty="0"/>
              <a:t> </a:t>
            </a:r>
            <a:r>
              <a:rPr lang="de-DE" dirty="0" err="1"/>
              <a:t>instantiated</a:t>
            </a:r>
            <a:r>
              <a:rPr lang="de-DE" dirty="0"/>
              <a:t>,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running</a:t>
            </a:r>
            <a:r>
              <a:rPr lang="de-DE" dirty="0"/>
              <a:t> on </a:t>
            </a:r>
            <a:r>
              <a:rPr lang="de-DE" dirty="0" err="1"/>
              <a:t>constrained</a:t>
            </a:r>
            <a:r>
              <a:rPr lang="de-DE" dirty="0"/>
              <a:t> </a:t>
            </a:r>
            <a:r>
              <a:rPr lang="de-DE" dirty="0" err="1"/>
              <a:t>infrastructure</a:t>
            </a:r>
            <a:endParaRPr lang="de-DE" dirty="0"/>
          </a:p>
          <a:p>
            <a:r>
              <a:rPr lang="de-DE" dirty="0"/>
              <a:t>- </a:t>
            </a:r>
            <a:r>
              <a:rPr lang="de-DE" dirty="0" err="1"/>
              <a:t>WebAssembly</a:t>
            </a:r>
            <a:r>
              <a:rPr lang="de-DE" dirty="0"/>
              <a:t> </a:t>
            </a:r>
            <a:r>
              <a:rPr lang="de-DE" dirty="0" err="1"/>
              <a:t>doesn't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containers</a:t>
            </a:r>
            <a:r>
              <a:rPr lang="de-DE" dirty="0"/>
              <a:t> in </a:t>
            </a:r>
            <a:r>
              <a:rPr lang="de-DE" dirty="0" err="1"/>
              <a:t>order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succeed</a:t>
            </a:r>
            <a:endParaRPr lang="de-DE" dirty="0"/>
          </a:p>
          <a:p>
            <a:r>
              <a:rPr lang="de-DE" dirty="0"/>
              <a:t>- A </a:t>
            </a:r>
            <a:r>
              <a:rPr lang="de-DE" dirty="0" err="1"/>
              <a:t>lot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early</a:t>
            </a:r>
            <a:r>
              <a:rPr lang="de-DE" dirty="0"/>
              <a:t> </a:t>
            </a:r>
            <a:r>
              <a:rPr lang="de-DE" dirty="0" err="1"/>
              <a:t>experiments</a:t>
            </a:r>
            <a:r>
              <a:rPr lang="de-DE" dirty="0"/>
              <a:t> </a:t>
            </a:r>
            <a:r>
              <a:rPr lang="de-DE" dirty="0" err="1"/>
              <a:t>came</a:t>
            </a:r>
            <a:r>
              <a:rPr lang="de-DE" dirty="0"/>
              <a:t> and </a:t>
            </a:r>
            <a:r>
              <a:rPr lang="de-DE" dirty="0" err="1"/>
              <a:t>went</a:t>
            </a:r>
            <a:r>
              <a:rPr lang="de-DE" dirty="0"/>
              <a:t>, and WASI still </a:t>
            </a:r>
            <a:r>
              <a:rPr lang="de-DE" dirty="0" err="1"/>
              <a:t>only</a:t>
            </a:r>
            <a:r>
              <a:rPr lang="de-DE" dirty="0"/>
              <a:t> at 0.3.0</a:t>
            </a:r>
          </a:p>
          <a:p>
            <a:r>
              <a:rPr lang="de-DE" dirty="0"/>
              <a:t>- So </a:t>
            </a:r>
            <a:r>
              <a:rPr lang="de-DE" dirty="0" err="1"/>
              <a:t>perhaps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future</a:t>
            </a:r>
            <a:r>
              <a:rPr lang="de-DE" dirty="0"/>
              <a:t> </a:t>
            </a:r>
            <a:r>
              <a:rPr lang="de-DE" dirty="0" err="1"/>
              <a:t>isn't</a:t>
            </a:r>
            <a:r>
              <a:rPr lang="de-DE" dirty="0"/>
              <a:t> </a:t>
            </a:r>
            <a:r>
              <a:rPr lang="de-DE" dirty="0" err="1"/>
              <a:t>containers</a:t>
            </a:r>
            <a:r>
              <a:rPr lang="de-DE" dirty="0"/>
              <a:t> </a:t>
            </a:r>
            <a:r>
              <a:rPr lang="de-DE" i="1" dirty="0" err="1"/>
              <a:t>or</a:t>
            </a:r>
            <a:r>
              <a:rPr lang="de-DE" dirty="0"/>
              <a:t> </a:t>
            </a:r>
            <a:r>
              <a:rPr lang="de-DE" dirty="0" err="1"/>
              <a:t>WebAssembly</a:t>
            </a:r>
            <a:r>
              <a:rPr lang="de-DE" dirty="0"/>
              <a:t>. </a:t>
            </a:r>
            <a:r>
              <a:rPr lang="de-DE" dirty="0" err="1"/>
              <a:t>It's</a:t>
            </a:r>
            <a:r>
              <a:rPr lang="de-DE" dirty="0"/>
              <a:t> </a:t>
            </a:r>
            <a:r>
              <a:rPr lang="de-DE" dirty="0" err="1"/>
              <a:t>Kubernetes</a:t>
            </a:r>
            <a:r>
              <a:rPr lang="de-DE" dirty="0"/>
              <a:t> </a:t>
            </a:r>
            <a:r>
              <a:rPr lang="de-DE" dirty="0" err="1"/>
              <a:t>choosing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right</a:t>
            </a:r>
            <a:r>
              <a:rPr lang="de-DE" dirty="0"/>
              <a:t> </a:t>
            </a:r>
            <a:r>
              <a:rPr lang="de-DE" dirty="0" err="1"/>
              <a:t>runtime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workload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4AFEB6-D305-4F4F-8334-659757AA5B97}" type="slidenum">
              <a:rPr lang="en-DE" smtClean="0"/>
              <a:t>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56294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hyperlink" Target="mailto:sales@shiftavenue.com" TargetMode="External"/><Relationship Id="rId5" Type="http://schemas.openxmlformats.org/officeDocument/2006/relationships/hyperlink" Target="mailto:your.name@shiftavenue.com" TargetMode="External"/><Relationship Id="rId4" Type="http://schemas.openxmlformats.org/officeDocument/2006/relationships/image" Target="../media/image9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hyperlink" Target="https://shiftavenue.com/en" TargetMode="External"/><Relationship Id="rId7" Type="http://schemas.openxmlformats.org/officeDocument/2006/relationships/hyperlink" Target="mailto:Your.name@shiftavenue.com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hyperlink" Target="mailto:your.name@shiftavenue.com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hyperlink" Target="mailto:sales@shiftavenue.com" TargetMode="External"/><Relationship Id="rId5" Type="http://schemas.openxmlformats.org/officeDocument/2006/relationships/hyperlink" Target="mailto:your.name@shiftavenue.com" TargetMode="External"/><Relationship Id="rId4" Type="http://schemas.openxmlformats.org/officeDocument/2006/relationships/image" Target="../media/image9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hyperlink" Target="mailto:contact@shiftavenue.com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hyperlink" Target="mailto:your.name@shiftavenue.com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hyperlink" Target="mailto:contact@shiftavenue.com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hyperlink" Target="mailto:your.name@shiftavenue.com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section_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black and grey background&#10;&#10;Description automatically generated">
            <a:extLst>
              <a:ext uri="{FF2B5EF4-FFF2-40B4-BE49-F238E27FC236}">
                <a16:creationId xmlns:a16="http://schemas.microsoft.com/office/drawing/2014/main" id="{E9905C8C-FA63-B2E6-40C1-35B4BA476FB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t="18218"/>
          <a:stretch/>
        </p:blipFill>
        <p:spPr>
          <a:xfrm>
            <a:off x="-1" y="-1"/>
            <a:ext cx="17719589" cy="920829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57300" y="8288317"/>
            <a:ext cx="4114800" cy="588110"/>
          </a:xfrm>
          <a:prstGeom prst="rect">
            <a:avLst/>
          </a:prstGeom>
        </p:spPr>
        <p:txBody>
          <a:bodyPr anchor="b" anchorCtr="0">
            <a:spAutoFit/>
          </a:bodyPr>
          <a:lstStyle/>
          <a:p>
            <a:r>
              <a:rPr lang="en-DE" dirty="0"/>
              <a:t>Vorname, Name (Position)</a:t>
            </a:r>
          </a:p>
          <a:p>
            <a:r>
              <a:rPr lang="en-DE" dirty="0"/>
              <a:t>TT.MM.JJJJ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56CB6E-BEBF-D0B5-87B3-812E97DADA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14700" y="3594486"/>
            <a:ext cx="10378800" cy="2021704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2B64024-9DB6-1641-1F6A-EB28ADA6FC88}"/>
              </a:ext>
            </a:extLst>
          </p:cNvPr>
          <p:cNvSpPr txBox="1">
            <a:spLocks/>
          </p:cNvSpPr>
          <p:nvPr userDrawn="1"/>
        </p:nvSpPr>
        <p:spPr>
          <a:xfrm rot="-5400000">
            <a:off x="14346356" y="4270150"/>
            <a:ext cx="6526125" cy="675000"/>
          </a:xfrm>
          <a:prstGeom prst="rect">
            <a:avLst/>
          </a:prstGeom>
        </p:spPr>
        <p:txBody>
          <a:bodyPr vert="horz" lIns="0" tIns="61394" rIns="0" bIns="61394" rtlCol="0" anchor="ctr"/>
          <a:lstStyle>
            <a:defPPr>
              <a:defRPr lang="en-DE"/>
            </a:defPPr>
            <a:lvl1pPr marL="0" algn="l" defTabSz="914400" rtl="0" eaLnBrk="1" latinLnBrk="0" hangingPunct="1">
              <a:defRPr sz="2400" kern="1200" baseline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DE" sz="4200" spc="450" baseline="0" dirty="0">
                <a:solidFill>
                  <a:schemeClr val="bg2">
                    <a:lumMod val="90000"/>
                    <a:lumOff val="10000"/>
                  </a:schemeClr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565436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1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Introsection_Title_Subtitle_Presen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ack and grey background&#10;&#10;Description automatically generated">
            <a:extLst>
              <a:ext uri="{FF2B5EF4-FFF2-40B4-BE49-F238E27FC236}">
                <a16:creationId xmlns:a16="http://schemas.microsoft.com/office/drawing/2014/main" id="{B3AD99CE-966F-1868-C9EA-33412EF4BFD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t="18218"/>
          <a:stretch/>
        </p:blipFill>
        <p:spPr>
          <a:xfrm>
            <a:off x="-1" y="-1"/>
            <a:ext cx="17719589" cy="920829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0" y="3946197"/>
            <a:ext cx="13716000" cy="836383"/>
          </a:xfrm>
        </p:spPr>
        <p:txBody>
          <a:bodyPr anchor="b" anchorCtr="0">
            <a:spAutoFit/>
          </a:bodyPr>
          <a:lstStyle>
            <a:lvl1pPr algn="ctr">
              <a:defRPr sz="6000" b="1" i="0" cap="none" baseline="0"/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Your 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286000" y="5105857"/>
            <a:ext cx="13716000" cy="585481"/>
          </a:xfrm>
        </p:spPr>
        <p:txBody>
          <a:bodyPr anchor="b" anchorCtr="0">
            <a:spAutoFit/>
          </a:bodyPr>
          <a:lstStyle>
            <a:lvl1pPr marL="0" indent="0" algn="ctr">
              <a:buNone/>
              <a:defRPr sz="4200" b="0" i="0" baseline="0"/>
            </a:lvl1pPr>
            <a:lvl2pPr marL="613928" indent="0" algn="ctr">
              <a:buNone/>
              <a:defRPr sz="2686"/>
            </a:lvl2pPr>
            <a:lvl3pPr marL="1227856" indent="0" algn="ctr">
              <a:buNone/>
              <a:defRPr sz="2417"/>
            </a:lvl3pPr>
            <a:lvl4pPr marL="1841784" indent="0" algn="ctr">
              <a:buNone/>
              <a:defRPr sz="2148"/>
            </a:lvl4pPr>
            <a:lvl5pPr marL="2455713" indent="0" algn="ctr">
              <a:buNone/>
              <a:defRPr sz="2148"/>
            </a:lvl5pPr>
            <a:lvl6pPr marL="3069641" indent="0" algn="ctr">
              <a:buNone/>
              <a:defRPr sz="2148"/>
            </a:lvl6pPr>
            <a:lvl7pPr marL="3683569" indent="0" algn="ctr">
              <a:buNone/>
              <a:defRPr sz="2148"/>
            </a:lvl7pPr>
            <a:lvl8pPr marL="4297497" indent="0" algn="ctr">
              <a:buNone/>
              <a:defRPr sz="2148"/>
            </a:lvl8pPr>
            <a:lvl9pPr marL="4911425" indent="0" algn="ctr">
              <a:buNone/>
              <a:defRPr sz="2148"/>
            </a:lvl9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The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2B64024-9DB6-1641-1F6A-EB28ADA6FC88}"/>
              </a:ext>
            </a:extLst>
          </p:cNvPr>
          <p:cNvSpPr txBox="1">
            <a:spLocks/>
          </p:cNvSpPr>
          <p:nvPr userDrawn="1"/>
        </p:nvSpPr>
        <p:spPr>
          <a:xfrm rot="-5400000">
            <a:off x="14346356" y="4270150"/>
            <a:ext cx="6526125" cy="675000"/>
          </a:xfrm>
          <a:prstGeom prst="rect">
            <a:avLst/>
          </a:prstGeom>
        </p:spPr>
        <p:txBody>
          <a:bodyPr vert="horz" lIns="0" tIns="61394" rIns="0" bIns="61394" rtlCol="0" anchor="ctr"/>
          <a:lstStyle>
            <a:defPPr>
              <a:defRPr lang="en-DE"/>
            </a:defPPr>
            <a:lvl1pPr marL="0" algn="l" defTabSz="914400" rtl="0" eaLnBrk="1" latinLnBrk="0" hangingPunct="1">
              <a:defRPr sz="2400" kern="1200" baseline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DE" sz="4200" spc="450" baseline="0" dirty="0">
                <a:solidFill>
                  <a:schemeClr val="bg2">
                    <a:lumMod val="90000"/>
                    <a:lumOff val="10000"/>
                  </a:schemeClr>
                </a:solidFill>
              </a:rPr>
              <a:t>2026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25ED3FE-5D15-6B94-28DE-F6268D19B3A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229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1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section_ChapterSlide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0" y="3771648"/>
            <a:ext cx="13716000" cy="1661993"/>
          </a:xfrm>
        </p:spPr>
        <p:txBody>
          <a:bodyPr anchor="b" anchorCtr="0">
            <a:spAutoFit/>
          </a:bodyPr>
          <a:lstStyle>
            <a:lvl1pPr algn="ctr">
              <a:defRPr sz="6000" cap="all" baseline="0"/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 Castle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F5A2B57-55D4-164F-51C9-92B307F0EE97}"/>
              </a:ext>
            </a:extLst>
          </p:cNvPr>
          <p:cNvCxnSpPr>
            <a:cxnSpLocks/>
          </p:cNvCxnSpPr>
          <p:nvPr userDrawn="1"/>
        </p:nvCxnSpPr>
        <p:spPr>
          <a:xfrm>
            <a:off x="7254000" y="8307978"/>
            <a:ext cx="3780000" cy="0"/>
          </a:xfrm>
          <a:prstGeom prst="line">
            <a:avLst/>
          </a:prstGeom>
          <a:ln w="88900" cap="rnd">
            <a:solidFill>
              <a:schemeClr val="bg2">
                <a:lumMod val="75000"/>
                <a:lumOff val="25000"/>
              </a:schemeClr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CBC5DEDD-E02B-7CBB-C0D7-28F8F588BB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1158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1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section_Agenda_Slide">
    <p:bg>
      <p:bgPr>
        <a:gradFill>
          <a:gsLst>
            <a:gs pos="21000">
              <a:srgbClr val="101018"/>
            </a:gs>
            <a:gs pos="0">
              <a:srgbClr val="1B1E21"/>
            </a:gs>
            <a:gs pos="100000">
              <a:srgbClr val="04020E">
                <a:alpha val="99608"/>
              </a:srgbClr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2BAFE09D-0326-CBFC-C132-071A2BEBB95E}"/>
              </a:ext>
            </a:extLst>
          </p:cNvPr>
          <p:cNvSpPr/>
          <p:nvPr userDrawn="1"/>
        </p:nvSpPr>
        <p:spPr>
          <a:xfrm>
            <a:off x="0" y="0"/>
            <a:ext cx="5372100" cy="9209088"/>
          </a:xfrm>
          <a:prstGeom prst="rect">
            <a:avLst/>
          </a:prstGeom>
          <a:gradFill flip="none" rotWithShape="1">
            <a:gsLst>
              <a:gs pos="81000">
                <a:srgbClr val="1B1E21"/>
              </a:gs>
              <a:gs pos="38000">
                <a:srgbClr val="101018"/>
              </a:gs>
              <a:gs pos="100000">
                <a:srgbClr val="272A2E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92401" y="1076399"/>
            <a:ext cx="2974799" cy="586145"/>
          </a:xfrm>
        </p:spPr>
        <p:txBody>
          <a:bodyPr/>
          <a:lstStyle/>
          <a:p>
            <a:r>
              <a:rPr lang="en-GB" dirty="0"/>
              <a:t>Agenda</a:t>
            </a:r>
            <a:endParaRPr lang="en-US" dirty="0"/>
          </a:p>
        </p:txBody>
      </p:sp>
      <p:sp>
        <p:nvSpPr>
          <p:cNvPr id="8" name="Picture Placeholder 59">
            <a:extLst>
              <a:ext uri="{FF2B5EF4-FFF2-40B4-BE49-F238E27FC236}">
                <a16:creationId xmlns:a16="http://schemas.microsoft.com/office/drawing/2014/main" id="{BBA4DCA5-90F4-52B6-BCF6-3DFCE532DEB1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 flipH="1">
            <a:off x="5372100" y="1972799"/>
            <a:ext cx="1165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9" name="Picture Placeholder 59">
            <a:extLst>
              <a:ext uri="{FF2B5EF4-FFF2-40B4-BE49-F238E27FC236}">
                <a16:creationId xmlns:a16="http://schemas.microsoft.com/office/drawing/2014/main" id="{D7A0D7C0-CEC8-D5EB-A0C7-22CC29564376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 flipH="1">
            <a:off x="5372100" y="1076399"/>
            <a:ext cx="1165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79063ED1-CD19-188C-C897-0699DDE09C0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72403" y="1215988"/>
            <a:ext cx="8798136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05D0148A-F23D-2456-1C45-C53A9B78877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672403" y="2112388"/>
            <a:ext cx="8798136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FC1D101-687B-748B-44CA-15D012D4463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21600" y="1078255"/>
            <a:ext cx="864002" cy="581698"/>
          </a:xfrm>
        </p:spPr>
        <p:txBody>
          <a:bodyPr wrap="square">
            <a:spAutoFit/>
          </a:bodyPr>
          <a:lstStyle>
            <a:lvl1pPr>
              <a:defRPr sz="4200" baseline="0">
                <a:solidFill>
                  <a:srgbClr val="922686"/>
                </a:solidFill>
              </a:defRPr>
            </a:lvl1pPr>
          </a:lstStyle>
          <a:p>
            <a:pPr lvl="0"/>
            <a:r>
              <a:rPr lang="en-GB" dirty="0"/>
              <a:t>01</a:t>
            </a:r>
            <a:endParaRPr lang="en-DE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A8B724AD-82DB-1F4E-A9E1-A52D9BF3AF1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21600" y="1996119"/>
            <a:ext cx="864000" cy="58320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DE" sz="4200" baseline="0" dirty="0">
                <a:solidFill>
                  <a:srgbClr val="922686"/>
                </a:solidFill>
              </a:defRPr>
            </a:lvl1pPr>
          </a:lstStyle>
          <a:p>
            <a:pPr lvl="0"/>
            <a:r>
              <a:rPr lang="en-GB" dirty="0"/>
              <a:t>02</a:t>
            </a:r>
            <a:endParaRPr lang="en-DE" dirty="0"/>
          </a:p>
        </p:txBody>
      </p:sp>
      <p:sp>
        <p:nvSpPr>
          <p:cNvPr id="25" name="Picture Placeholder 59">
            <a:extLst>
              <a:ext uri="{FF2B5EF4-FFF2-40B4-BE49-F238E27FC236}">
                <a16:creationId xmlns:a16="http://schemas.microsoft.com/office/drawing/2014/main" id="{47B8F5C6-BDE3-6ED9-20B6-8F04256882A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 flipH="1">
            <a:off x="5372100" y="3787118"/>
            <a:ext cx="1165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26" name="Picture Placeholder 59">
            <a:extLst>
              <a:ext uri="{FF2B5EF4-FFF2-40B4-BE49-F238E27FC236}">
                <a16:creationId xmlns:a16="http://schemas.microsoft.com/office/drawing/2014/main" id="{7CE3BD36-DCCB-46DB-5860-FBDAEF0B3D7B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 flipH="1">
            <a:off x="5372100" y="2890718"/>
            <a:ext cx="1165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B0C70B82-2ED5-686A-520A-7A40957B164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6672403" y="3030307"/>
            <a:ext cx="8798136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64877048-FA81-A15D-5AD4-6849042F538C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6672403" y="3926707"/>
            <a:ext cx="8798136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Picture Placeholder 59">
            <a:extLst>
              <a:ext uri="{FF2B5EF4-FFF2-40B4-BE49-F238E27FC236}">
                <a16:creationId xmlns:a16="http://schemas.microsoft.com/office/drawing/2014/main" id="{E1D7C2BC-E85D-1F9F-92C2-6B91A84DD212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 flipH="1">
            <a:off x="5372100" y="5578758"/>
            <a:ext cx="1165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32" name="Picture Placeholder 59">
            <a:extLst>
              <a:ext uri="{FF2B5EF4-FFF2-40B4-BE49-F238E27FC236}">
                <a16:creationId xmlns:a16="http://schemas.microsoft.com/office/drawing/2014/main" id="{FF3FFD12-2822-E6D1-3A99-315C13809F69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 flipH="1">
            <a:off x="5372100" y="4682358"/>
            <a:ext cx="1165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2048D09-1FBE-1B87-D9A2-C75B48BE8760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6672403" y="4821947"/>
            <a:ext cx="8798136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DC2FA397-E8BC-B437-CEA4-B36538CC572D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6672403" y="5718347"/>
            <a:ext cx="8798136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7" name="Picture Placeholder 59">
            <a:extLst>
              <a:ext uri="{FF2B5EF4-FFF2-40B4-BE49-F238E27FC236}">
                <a16:creationId xmlns:a16="http://schemas.microsoft.com/office/drawing/2014/main" id="{5C636085-812A-E09A-4643-161772BB9D8F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 flipH="1">
            <a:off x="5372100" y="7393077"/>
            <a:ext cx="1165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38" name="Picture Placeholder 59">
            <a:extLst>
              <a:ext uri="{FF2B5EF4-FFF2-40B4-BE49-F238E27FC236}">
                <a16:creationId xmlns:a16="http://schemas.microsoft.com/office/drawing/2014/main" id="{976DBD8E-3683-B408-0669-D6B7DA9BFCAB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 flipH="1">
            <a:off x="5372100" y="6496677"/>
            <a:ext cx="1165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39" name="Text Placeholder 30">
            <a:extLst>
              <a:ext uri="{FF2B5EF4-FFF2-40B4-BE49-F238E27FC236}">
                <a16:creationId xmlns:a16="http://schemas.microsoft.com/office/drawing/2014/main" id="{DFFC1F51-C8CD-FDC8-D8DC-433EF409DECF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6672403" y="6636266"/>
            <a:ext cx="8798136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0" name="Text Placeholder 30">
            <a:extLst>
              <a:ext uri="{FF2B5EF4-FFF2-40B4-BE49-F238E27FC236}">
                <a16:creationId xmlns:a16="http://schemas.microsoft.com/office/drawing/2014/main" id="{6C70C316-30EC-0803-A92F-BAEC278BBC3D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>
          <a:xfrm>
            <a:off x="6672403" y="7532666"/>
            <a:ext cx="8798136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B65CDC27-A752-ACB6-B38A-2720E7AEFD37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5421600" y="2905119"/>
            <a:ext cx="864002" cy="581698"/>
          </a:xfrm>
        </p:spPr>
        <p:txBody>
          <a:bodyPr wrap="square">
            <a:spAutoFit/>
          </a:bodyPr>
          <a:lstStyle>
            <a:lvl1pPr>
              <a:defRPr sz="4200" baseline="0">
                <a:solidFill>
                  <a:srgbClr val="922686"/>
                </a:solidFill>
              </a:defRPr>
            </a:lvl1pPr>
          </a:lstStyle>
          <a:p>
            <a:pPr lvl="0"/>
            <a:r>
              <a:rPr lang="en-GB" dirty="0"/>
              <a:t>03</a:t>
            </a:r>
            <a:endParaRPr lang="en-DE" dirty="0"/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F20E6BB5-72BC-52AB-81E2-967D0784861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421600" y="3822983"/>
            <a:ext cx="864000" cy="58320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DE" sz="4200" baseline="0" dirty="0">
                <a:solidFill>
                  <a:srgbClr val="922686"/>
                </a:solidFill>
              </a:defRPr>
            </a:lvl1pPr>
          </a:lstStyle>
          <a:p>
            <a:pPr lvl="0"/>
            <a:r>
              <a:rPr lang="en-GB" dirty="0"/>
              <a:t>04</a:t>
            </a:r>
            <a:endParaRPr lang="en-DE" dirty="0"/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854E3E6C-B581-7515-66CD-DC37FA0ACDD4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5421600" y="4662708"/>
            <a:ext cx="864002" cy="581698"/>
          </a:xfrm>
        </p:spPr>
        <p:txBody>
          <a:bodyPr wrap="square">
            <a:spAutoFit/>
          </a:bodyPr>
          <a:lstStyle>
            <a:lvl1pPr>
              <a:defRPr sz="4200" baseline="0">
                <a:solidFill>
                  <a:srgbClr val="922686"/>
                </a:solidFill>
              </a:defRPr>
            </a:lvl1pPr>
          </a:lstStyle>
          <a:p>
            <a:pPr lvl="0"/>
            <a:r>
              <a:rPr lang="en-GB" dirty="0"/>
              <a:t>05</a:t>
            </a:r>
            <a:endParaRPr lang="en-DE" dirty="0"/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AD89E99B-DA72-8595-6C1B-7879AF5FCF4C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5421600" y="5580572"/>
            <a:ext cx="864000" cy="58320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DE" sz="4200" baseline="0" dirty="0">
                <a:solidFill>
                  <a:srgbClr val="922686"/>
                </a:solidFill>
              </a:defRPr>
            </a:lvl1pPr>
          </a:lstStyle>
          <a:p>
            <a:pPr lvl="0"/>
            <a:r>
              <a:rPr lang="en-GB" dirty="0"/>
              <a:t>06</a:t>
            </a:r>
            <a:endParaRPr lang="en-DE" dirty="0"/>
          </a:p>
        </p:txBody>
      </p: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7A1844EE-C014-7DA9-A399-26B12985F167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5421600" y="6489572"/>
            <a:ext cx="864002" cy="581698"/>
          </a:xfrm>
        </p:spPr>
        <p:txBody>
          <a:bodyPr wrap="square">
            <a:spAutoFit/>
          </a:bodyPr>
          <a:lstStyle>
            <a:lvl1pPr>
              <a:defRPr sz="4200" baseline="0">
                <a:solidFill>
                  <a:srgbClr val="922686"/>
                </a:solidFill>
              </a:defRPr>
            </a:lvl1pPr>
          </a:lstStyle>
          <a:p>
            <a:pPr lvl="0"/>
            <a:r>
              <a:rPr lang="en-GB" dirty="0"/>
              <a:t>07</a:t>
            </a:r>
            <a:endParaRPr lang="en-DE" dirty="0"/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5746214F-FA3F-414A-046E-9E71385AC965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5421600" y="7407436"/>
            <a:ext cx="864000" cy="58320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DE" sz="4200" baseline="0" dirty="0">
                <a:solidFill>
                  <a:srgbClr val="922686"/>
                </a:solidFill>
              </a:defRPr>
            </a:lvl1pPr>
          </a:lstStyle>
          <a:p>
            <a:pPr lvl="0"/>
            <a:r>
              <a:rPr lang="en-GB" dirty="0"/>
              <a:t>08</a:t>
            </a:r>
            <a:endParaRPr lang="en-D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EAF9FE6-371E-17E0-12B0-FA2F42990A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-832822" y="4353279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144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hapterSlide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ack and grey background&#10;&#10;Description automatically generated">
            <a:extLst>
              <a:ext uri="{FF2B5EF4-FFF2-40B4-BE49-F238E27FC236}">
                <a16:creationId xmlns:a16="http://schemas.microsoft.com/office/drawing/2014/main" id="{B3AD99CE-966F-1868-C9EA-33412EF4BFD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t="18218"/>
          <a:stretch/>
        </p:blipFill>
        <p:spPr>
          <a:xfrm>
            <a:off x="-1" y="-1"/>
            <a:ext cx="17719589" cy="920829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0" y="4185954"/>
            <a:ext cx="13716000" cy="836383"/>
          </a:xfrm>
        </p:spPr>
        <p:txBody>
          <a:bodyPr anchor="b" anchorCtr="0">
            <a:spAutoFit/>
          </a:bodyPr>
          <a:lstStyle>
            <a:lvl1pPr algn="ctr">
              <a:defRPr sz="6000" b="1" i="0" cap="none" baseline="0"/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Your Chapter Title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2036875-981D-B076-479C-45185B18BB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955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1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MainSection_ChapterSlide_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ack and grey background&#10;&#10;Description automatically generated">
            <a:extLst>
              <a:ext uri="{FF2B5EF4-FFF2-40B4-BE49-F238E27FC236}">
                <a16:creationId xmlns:a16="http://schemas.microsoft.com/office/drawing/2014/main" id="{B3AD99CE-966F-1868-C9EA-33412EF4BFD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t="18218"/>
          <a:stretch/>
        </p:blipFill>
        <p:spPr>
          <a:xfrm>
            <a:off x="-1" y="-1"/>
            <a:ext cx="17719589" cy="920829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0" y="3946197"/>
            <a:ext cx="13716000" cy="836383"/>
          </a:xfrm>
        </p:spPr>
        <p:txBody>
          <a:bodyPr anchor="b" anchorCtr="0">
            <a:spAutoFit/>
          </a:bodyPr>
          <a:lstStyle>
            <a:lvl1pPr algn="ctr">
              <a:defRPr sz="6000" b="1" i="0" cap="none" baseline="0"/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Your Chapter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286000" y="5105857"/>
            <a:ext cx="13716000" cy="585481"/>
          </a:xfrm>
        </p:spPr>
        <p:txBody>
          <a:bodyPr anchor="b" anchorCtr="0">
            <a:spAutoFit/>
          </a:bodyPr>
          <a:lstStyle>
            <a:lvl1pPr marL="0" indent="0" algn="ctr">
              <a:buNone/>
              <a:defRPr sz="4200" b="0" i="0" baseline="0"/>
            </a:lvl1pPr>
            <a:lvl2pPr marL="613928" indent="0" algn="ctr">
              <a:buNone/>
              <a:defRPr sz="2686"/>
            </a:lvl2pPr>
            <a:lvl3pPr marL="1227856" indent="0" algn="ctr">
              <a:buNone/>
              <a:defRPr sz="2417"/>
            </a:lvl3pPr>
            <a:lvl4pPr marL="1841784" indent="0" algn="ctr">
              <a:buNone/>
              <a:defRPr sz="2148"/>
            </a:lvl4pPr>
            <a:lvl5pPr marL="2455713" indent="0" algn="ctr">
              <a:buNone/>
              <a:defRPr sz="2148"/>
            </a:lvl5pPr>
            <a:lvl6pPr marL="3069641" indent="0" algn="ctr">
              <a:buNone/>
              <a:defRPr sz="2148"/>
            </a:lvl6pPr>
            <a:lvl7pPr marL="3683569" indent="0" algn="ctr">
              <a:buNone/>
              <a:defRPr sz="2148"/>
            </a:lvl7pPr>
            <a:lvl8pPr marL="4297497" indent="0" algn="ctr">
              <a:buNone/>
              <a:defRPr sz="2148"/>
            </a:lvl8pPr>
            <a:lvl9pPr marL="4911425" indent="0" algn="ctr">
              <a:buNone/>
              <a:defRPr sz="2148"/>
            </a:lvl9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The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3C9ED9F-82EC-42D2-DFFC-C45BE60BEE5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210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1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resenterSection_SinglePresen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78542B5-A24E-9E85-4F92-2893D19C59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846828" y="0"/>
            <a:ext cx="10738884" cy="9209088"/>
          </a:xfrm>
          <a:prstGeom prst="rect">
            <a:avLst/>
          </a:prstGeom>
          <a:gradFill flip="none" rotWithShape="1">
            <a:gsLst>
              <a:gs pos="61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9C1E2E-B676-D865-511F-8488CF817F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8427600" cy="9209088"/>
          </a:xfrm>
          <a:prstGeom prst="rect">
            <a:avLst/>
          </a:prstGeom>
          <a:gradFill flip="none" rotWithShape="1">
            <a:gsLst>
              <a:gs pos="81000">
                <a:srgbClr val="1B1E21"/>
              </a:gs>
              <a:gs pos="38000">
                <a:srgbClr val="101018"/>
              </a:gs>
              <a:gs pos="100000">
                <a:srgbClr val="272A2E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0" y="2029861"/>
            <a:ext cx="8123850" cy="581698"/>
          </a:xfrm>
        </p:spPr>
        <p:txBody>
          <a:bodyPr anchor="b" anchorCtr="0"/>
          <a:lstStyle>
            <a:lvl1pPr>
              <a:defRPr cap="none" baseline="0"/>
            </a:lvl1pPr>
          </a:lstStyle>
          <a:p>
            <a:r>
              <a:rPr lang="en-GB" dirty="0" err="1"/>
              <a:t>Vorname</a:t>
            </a:r>
            <a:r>
              <a:rPr lang="en-GB" dirty="0"/>
              <a:t> Name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9143999" y="2933825"/>
            <a:ext cx="8123849" cy="387798"/>
          </a:xfrm>
        </p:spPr>
        <p:txBody>
          <a:bodyPr wrap="square" anchor="b" anchorCtr="0">
            <a:spAutoFit/>
          </a:bodyPr>
          <a:lstStyle>
            <a:lvl1pPr>
              <a:defRPr sz="2800" cap="all" spc="450" baseline="0"/>
            </a:lvl1pPr>
          </a:lstStyle>
          <a:p>
            <a:pPr lvl="0"/>
            <a:r>
              <a:rPr lang="en-US" dirty="0"/>
              <a:t>Position Goes Here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054BBF6-3B14-B557-7715-74BF93B7AE34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9143999" y="4222445"/>
            <a:ext cx="8475300" cy="4482878"/>
          </a:xfrm>
        </p:spPr>
        <p:txBody>
          <a:bodyPr/>
          <a:lstStyle>
            <a:lvl1pPr>
              <a:defRPr sz="2400" spc="130" baseline="0"/>
            </a:lvl1pPr>
            <a:lvl2pPr>
              <a:defRPr sz="2400" spc="130" baseline="0"/>
            </a:lvl2pPr>
          </a:lstStyle>
          <a:p>
            <a:pPr marL="518157" lvl="1" indent="-259078" algn="l">
              <a:lnSpc>
                <a:spcPts val="4895"/>
              </a:lnSpc>
              <a:buFont typeface="Arial"/>
              <a:buChar char="•"/>
            </a:pPr>
            <a:r>
              <a:rPr lang="en-US" sz="2399" dirty="0">
                <a:solidFill>
                  <a:srgbClr val="F3F7FA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Examples:</a:t>
            </a:r>
          </a:p>
          <a:p>
            <a:pPr marL="518157" lvl="1" indent="-259078" algn="l">
              <a:lnSpc>
                <a:spcPts val="4895"/>
              </a:lnSpc>
              <a:buFont typeface="Arial"/>
              <a:buChar char="•"/>
            </a:pPr>
            <a:r>
              <a:rPr lang="en-US" sz="2399" dirty="0">
                <a:solidFill>
                  <a:srgbClr val="F3F7FA"/>
                </a:solidFill>
                <a:latin typeface="Trebuchet MS"/>
                <a:ea typeface="Trebuchet MS"/>
                <a:cs typeface="Trebuchet MS"/>
                <a:sym typeface="Trebuchet MS"/>
              </a:rPr>
              <a:t>Years of experience in IT</a:t>
            </a:r>
          </a:p>
          <a:p>
            <a:pPr marL="518157" lvl="1" indent="-259078" algn="l">
              <a:lnSpc>
                <a:spcPts val="4895"/>
              </a:lnSpc>
              <a:buFont typeface="Arial"/>
              <a:buChar char="•"/>
            </a:pPr>
            <a:r>
              <a:rPr lang="en-US" sz="2399" dirty="0">
                <a:solidFill>
                  <a:srgbClr val="F3F7FA"/>
                </a:solidFill>
                <a:latin typeface="Trebuchet MS"/>
                <a:ea typeface="Trebuchet MS"/>
                <a:cs typeface="Trebuchet MS"/>
                <a:sym typeface="Trebuchet MS"/>
              </a:rPr>
              <a:t>Former employers</a:t>
            </a:r>
          </a:p>
          <a:p>
            <a:pPr marL="518157" lvl="1" indent="-259078" algn="l">
              <a:lnSpc>
                <a:spcPts val="4895"/>
              </a:lnSpc>
              <a:buFont typeface="Arial"/>
              <a:buChar char="•"/>
            </a:pPr>
            <a:r>
              <a:rPr lang="en-US" sz="2399" dirty="0">
                <a:solidFill>
                  <a:srgbClr val="F3F7FA"/>
                </a:solidFill>
                <a:latin typeface="Trebuchet MS"/>
                <a:ea typeface="Trebuchet MS"/>
                <a:cs typeface="Trebuchet MS"/>
                <a:sym typeface="Trebuchet MS"/>
              </a:rPr>
              <a:t>Team lead experience, team size</a:t>
            </a:r>
          </a:p>
          <a:p>
            <a:pPr marL="518157" lvl="1" indent="-259078" algn="l">
              <a:lnSpc>
                <a:spcPts val="4895"/>
              </a:lnSpc>
              <a:buFont typeface="Arial"/>
              <a:buChar char="•"/>
            </a:pPr>
            <a:r>
              <a:rPr lang="en-US" sz="2399" dirty="0">
                <a:solidFill>
                  <a:srgbClr val="F3F7FA"/>
                </a:solidFill>
                <a:latin typeface="Trebuchet MS"/>
                <a:ea typeface="Trebuchet MS"/>
                <a:cs typeface="Trebuchet MS"/>
                <a:sym typeface="Trebuchet MS"/>
              </a:rPr>
              <a:t>Budget responsibility</a:t>
            </a:r>
          </a:p>
          <a:p>
            <a:pPr marL="518157" lvl="1" indent="-259078" algn="l">
              <a:lnSpc>
                <a:spcPts val="4895"/>
              </a:lnSpc>
              <a:buFont typeface="Arial"/>
              <a:buChar char="•"/>
            </a:pPr>
            <a:r>
              <a:rPr lang="en-US" sz="2399" dirty="0">
                <a:solidFill>
                  <a:srgbClr val="F3F7FA"/>
                </a:solidFill>
                <a:latin typeface="Trebuchet MS"/>
                <a:ea typeface="Trebuchet MS"/>
                <a:cs typeface="Trebuchet MS"/>
                <a:sym typeface="Trebuchet MS"/>
              </a:rPr>
              <a:t>Tech stack, special skills, achievements</a:t>
            </a:r>
          </a:p>
          <a:p>
            <a:pPr algn="l">
              <a:lnSpc>
                <a:spcPts val="4895"/>
              </a:lnSpc>
            </a:pPr>
            <a:endParaRPr lang="en-US" sz="2399" dirty="0">
              <a:solidFill>
                <a:srgbClr val="F3F7FA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32BD256-76C7-D400-3CD1-D69CB9B2BE4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2000" y="1101600"/>
            <a:ext cx="7473600" cy="81072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69BB848-DF9D-E29E-BE55-B9B567817ECA}"/>
              </a:ext>
            </a:extLst>
          </p:cNvPr>
          <p:cNvCxnSpPr>
            <a:cxnSpLocks/>
          </p:cNvCxnSpPr>
          <p:nvPr userDrawn="1"/>
        </p:nvCxnSpPr>
        <p:spPr>
          <a:xfrm>
            <a:off x="9144000" y="3746444"/>
            <a:ext cx="720000" cy="0"/>
          </a:xfrm>
          <a:prstGeom prst="line">
            <a:avLst/>
          </a:prstGeom>
          <a:ln w="53975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97A5137A-41E9-3359-A048-4B93266F47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3999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004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resenterSection_SinglePresenter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E305225-E9B2-A9B5-913C-E466E63AC7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846828" y="0"/>
            <a:ext cx="10738884" cy="9209088"/>
          </a:xfrm>
          <a:prstGeom prst="rect">
            <a:avLst/>
          </a:prstGeom>
          <a:gradFill flip="none" rotWithShape="1">
            <a:gsLst>
              <a:gs pos="61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9C1E2E-B676-D865-511F-8488CF817F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3600" y="0"/>
            <a:ext cx="8427600" cy="9209088"/>
          </a:xfrm>
          <a:prstGeom prst="rect">
            <a:avLst/>
          </a:prstGeom>
          <a:gradFill flip="none" rotWithShape="1">
            <a:gsLst>
              <a:gs pos="81000">
                <a:srgbClr val="1B1E21"/>
              </a:gs>
              <a:gs pos="38000">
                <a:srgbClr val="101018"/>
              </a:gs>
              <a:gs pos="100000">
                <a:srgbClr val="272A2E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2828" y="2115824"/>
            <a:ext cx="8125022" cy="581698"/>
          </a:xfrm>
        </p:spPr>
        <p:txBody>
          <a:bodyPr anchor="b" anchorCtr="0"/>
          <a:lstStyle>
            <a:lvl1pPr>
              <a:defRPr cap="none" baseline="0"/>
            </a:lvl1pPr>
          </a:lstStyle>
          <a:p>
            <a:r>
              <a:rPr lang="en-GB" dirty="0" err="1"/>
              <a:t>Vorname</a:t>
            </a:r>
            <a:r>
              <a:rPr lang="en-GB" dirty="0"/>
              <a:t> Name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9144000" y="3010273"/>
            <a:ext cx="8123850" cy="387798"/>
          </a:xfrm>
        </p:spPr>
        <p:txBody>
          <a:bodyPr wrap="square" anchor="b" anchorCtr="0">
            <a:spAutoFit/>
          </a:bodyPr>
          <a:lstStyle>
            <a:lvl1pPr>
              <a:defRPr sz="2800" cap="all" spc="450" baseline="0"/>
            </a:lvl1pPr>
          </a:lstStyle>
          <a:p>
            <a:pPr lvl="0"/>
            <a:r>
              <a:rPr lang="en-US" dirty="0"/>
              <a:t>Position Goes Here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054BBF6-3B14-B557-7715-74BF93B7AE34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9144000" y="4693395"/>
            <a:ext cx="8123850" cy="4109939"/>
          </a:xfrm>
        </p:spPr>
        <p:txBody>
          <a:bodyPr/>
          <a:lstStyle>
            <a:lvl1pPr>
              <a:defRPr spc="130" baseline="0"/>
            </a:lvl1pPr>
            <a:lvl2pPr>
              <a:defRPr spc="130" baseline="0"/>
            </a:lvl2pPr>
          </a:lstStyle>
          <a:p>
            <a:pPr marL="518157" lvl="1" indent="-259078" algn="l">
              <a:lnSpc>
                <a:spcPts val="4895"/>
              </a:lnSpc>
              <a:buFont typeface="Arial"/>
              <a:buChar char="•"/>
            </a:pPr>
            <a:r>
              <a:rPr lang="en-US" sz="2399" dirty="0">
                <a:solidFill>
                  <a:srgbClr val="F3F7FA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Examples:</a:t>
            </a:r>
          </a:p>
          <a:p>
            <a:pPr marL="518157" lvl="1" indent="-259078" algn="l">
              <a:lnSpc>
                <a:spcPts val="4895"/>
              </a:lnSpc>
              <a:buFont typeface="Arial"/>
              <a:buChar char="•"/>
            </a:pPr>
            <a:r>
              <a:rPr lang="en-US" sz="2399" dirty="0">
                <a:solidFill>
                  <a:srgbClr val="F3F7FA"/>
                </a:solidFill>
                <a:latin typeface="Trebuchet MS"/>
                <a:ea typeface="Trebuchet MS"/>
                <a:cs typeface="Trebuchet MS"/>
                <a:sym typeface="Trebuchet MS"/>
              </a:rPr>
              <a:t>Years of experience in IT</a:t>
            </a:r>
          </a:p>
          <a:p>
            <a:pPr marL="518157" lvl="1" indent="-259078" algn="l">
              <a:lnSpc>
                <a:spcPts val="4895"/>
              </a:lnSpc>
              <a:buFont typeface="Arial"/>
              <a:buChar char="•"/>
            </a:pPr>
            <a:r>
              <a:rPr lang="en-US" sz="2399" dirty="0">
                <a:solidFill>
                  <a:srgbClr val="F3F7FA"/>
                </a:solidFill>
                <a:latin typeface="Trebuchet MS"/>
                <a:ea typeface="Trebuchet MS"/>
                <a:cs typeface="Trebuchet MS"/>
                <a:sym typeface="Trebuchet MS"/>
              </a:rPr>
              <a:t>Former employers</a:t>
            </a:r>
          </a:p>
          <a:p>
            <a:pPr marL="518157" lvl="1" indent="-259078" algn="l">
              <a:lnSpc>
                <a:spcPts val="4895"/>
              </a:lnSpc>
              <a:buFont typeface="Arial"/>
              <a:buChar char="•"/>
            </a:pPr>
            <a:r>
              <a:rPr lang="en-US" sz="2399" dirty="0">
                <a:solidFill>
                  <a:srgbClr val="F3F7FA"/>
                </a:solidFill>
                <a:latin typeface="Trebuchet MS"/>
                <a:ea typeface="Trebuchet MS"/>
                <a:cs typeface="Trebuchet MS"/>
                <a:sym typeface="Trebuchet MS"/>
              </a:rPr>
              <a:t>Team lead experience, team size</a:t>
            </a:r>
          </a:p>
          <a:p>
            <a:pPr marL="518157" lvl="1" indent="-259078" algn="l">
              <a:lnSpc>
                <a:spcPts val="4895"/>
              </a:lnSpc>
              <a:buFont typeface="Arial"/>
              <a:buChar char="•"/>
            </a:pPr>
            <a:r>
              <a:rPr lang="en-US" sz="2399" dirty="0">
                <a:solidFill>
                  <a:srgbClr val="F3F7FA"/>
                </a:solidFill>
                <a:latin typeface="Trebuchet MS"/>
                <a:ea typeface="Trebuchet MS"/>
                <a:cs typeface="Trebuchet MS"/>
                <a:sym typeface="Trebuchet MS"/>
              </a:rPr>
              <a:t>Budget responsibility</a:t>
            </a:r>
          </a:p>
          <a:p>
            <a:pPr marL="518157" lvl="1" indent="-259078" algn="l">
              <a:lnSpc>
                <a:spcPts val="4895"/>
              </a:lnSpc>
              <a:buFont typeface="Arial"/>
              <a:buChar char="•"/>
            </a:pPr>
            <a:r>
              <a:rPr lang="en-US" sz="2399" dirty="0">
                <a:solidFill>
                  <a:srgbClr val="F3F7FA"/>
                </a:solidFill>
                <a:latin typeface="Trebuchet MS"/>
                <a:ea typeface="Trebuchet MS"/>
                <a:cs typeface="Trebuchet MS"/>
                <a:sym typeface="Trebuchet MS"/>
              </a:rPr>
              <a:t>Tech stack, special skills, achievements</a:t>
            </a:r>
          </a:p>
          <a:p>
            <a:pPr algn="l">
              <a:lnSpc>
                <a:spcPts val="4895"/>
              </a:lnSpc>
            </a:pPr>
            <a:endParaRPr lang="en-US" sz="2399" dirty="0">
              <a:solidFill>
                <a:srgbClr val="F3F7FA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69BB848-DF9D-E29E-BE55-B9B567817ECA}"/>
              </a:ext>
            </a:extLst>
          </p:cNvPr>
          <p:cNvCxnSpPr>
            <a:cxnSpLocks/>
          </p:cNvCxnSpPr>
          <p:nvPr userDrawn="1"/>
        </p:nvCxnSpPr>
        <p:spPr>
          <a:xfrm>
            <a:off x="9144000" y="4372182"/>
            <a:ext cx="720000" cy="0"/>
          </a:xfrm>
          <a:prstGeom prst="line">
            <a:avLst/>
          </a:prstGeom>
          <a:ln w="53975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BCB59F7-1ED9-3BE4-0EDB-6E7D8326D55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0" y="3710822"/>
            <a:ext cx="8123850" cy="387798"/>
          </a:xfrm>
        </p:spPr>
        <p:txBody>
          <a:bodyPr wrap="square" anchor="b" anchorCtr="0">
            <a:spAutoFit/>
          </a:bodyPr>
          <a:lstStyle>
            <a:lvl1pPr>
              <a:defRPr sz="2800" cap="all" spc="45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083E2F88-40FF-EAF5-6574-3EC86D2274B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2000" y="1101600"/>
            <a:ext cx="7473600" cy="81072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A4F681F-23D3-6902-30E7-555353095C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2828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29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resenterSection_PresenterTeam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Freeform 11">
            <a:extLst>
              <a:ext uri="{FF2B5EF4-FFF2-40B4-BE49-F238E27FC236}">
                <a16:creationId xmlns:a16="http://schemas.microsoft.com/office/drawing/2014/main" id="{1255056F-3B33-7118-77AA-E82D83D05A80}"/>
              </a:ext>
            </a:extLst>
          </p:cNvPr>
          <p:cNvSpPr/>
          <p:nvPr userDrawn="1"/>
        </p:nvSpPr>
        <p:spPr>
          <a:xfrm>
            <a:off x="0" y="6418800"/>
            <a:ext cx="18288000" cy="3780000"/>
          </a:xfrm>
          <a:custGeom>
            <a:avLst/>
            <a:gdLst/>
            <a:ahLst/>
            <a:cxnLst/>
            <a:rect l="l" t="t" r="r" b="b"/>
            <a:pathLst>
              <a:path w="6502174" h="1362693">
                <a:moveTo>
                  <a:pt x="0" y="0"/>
                </a:moveTo>
                <a:lnTo>
                  <a:pt x="6502174" y="0"/>
                </a:lnTo>
                <a:lnTo>
                  <a:pt x="6502174" y="1362693"/>
                </a:lnTo>
                <a:lnTo>
                  <a:pt x="0" y="136269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1B1E21"/>
              </a:gs>
              <a:gs pos="7000">
                <a:srgbClr val="04020E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 spc="130" baseline="0">
              <a:solidFill>
                <a:schemeClr val="lt1"/>
              </a:solidFill>
            </a:endParaRPr>
          </a:p>
        </p:txBody>
      </p:sp>
      <p:sp>
        <p:nvSpPr>
          <p:cNvPr id="43" name="Freeform 11">
            <a:extLst>
              <a:ext uri="{FF2B5EF4-FFF2-40B4-BE49-F238E27FC236}">
                <a16:creationId xmlns:a16="http://schemas.microsoft.com/office/drawing/2014/main" id="{EB032624-52AF-5ADC-79C1-0FE21493AE9A}"/>
              </a:ext>
            </a:extLst>
          </p:cNvPr>
          <p:cNvSpPr/>
          <p:nvPr userDrawn="1"/>
        </p:nvSpPr>
        <p:spPr>
          <a:xfrm flipH="1">
            <a:off x="13105501" y="4520406"/>
            <a:ext cx="5182497" cy="1022019"/>
          </a:xfrm>
          <a:custGeom>
            <a:avLst/>
            <a:gdLst/>
            <a:ahLst/>
            <a:cxnLst/>
            <a:rect l="l" t="t" r="r" b="b"/>
            <a:pathLst>
              <a:path w="6502174" h="1362693">
                <a:moveTo>
                  <a:pt x="0" y="0"/>
                </a:moveTo>
                <a:lnTo>
                  <a:pt x="6502174" y="0"/>
                </a:lnTo>
                <a:lnTo>
                  <a:pt x="6502174" y="1362693"/>
                </a:lnTo>
                <a:lnTo>
                  <a:pt x="0" y="136269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1B1E21"/>
              </a:gs>
              <a:gs pos="7000">
                <a:srgbClr val="04020E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 spc="130" baseline="0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572037-A37E-1897-2BB8-1623CDD6F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1" y="1658097"/>
            <a:ext cx="5626800" cy="58169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DE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3694066-979B-8EE5-4BE6-6D0AA6EDB6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  <p:sp>
        <p:nvSpPr>
          <p:cNvPr id="29" name="Freeform 11">
            <a:extLst>
              <a:ext uri="{FF2B5EF4-FFF2-40B4-BE49-F238E27FC236}">
                <a16:creationId xmlns:a16="http://schemas.microsoft.com/office/drawing/2014/main" id="{C0122F6F-15C0-498A-746F-09265418A1C7}"/>
              </a:ext>
            </a:extLst>
          </p:cNvPr>
          <p:cNvSpPr/>
          <p:nvPr/>
        </p:nvSpPr>
        <p:spPr>
          <a:xfrm flipH="1">
            <a:off x="13105502" y="3250800"/>
            <a:ext cx="5182497" cy="1022019"/>
          </a:xfrm>
          <a:custGeom>
            <a:avLst/>
            <a:gdLst/>
            <a:ahLst/>
            <a:cxnLst/>
            <a:rect l="l" t="t" r="r" b="b"/>
            <a:pathLst>
              <a:path w="6502174" h="1362693">
                <a:moveTo>
                  <a:pt x="0" y="0"/>
                </a:moveTo>
                <a:lnTo>
                  <a:pt x="6502174" y="0"/>
                </a:lnTo>
                <a:lnTo>
                  <a:pt x="6502174" y="1362693"/>
                </a:lnTo>
                <a:lnTo>
                  <a:pt x="0" y="136269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1B1E21"/>
              </a:gs>
              <a:gs pos="7000">
                <a:srgbClr val="04020E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 spc="130" baseline="0">
              <a:solidFill>
                <a:schemeClr val="lt1"/>
              </a:solidFill>
            </a:endParaRPr>
          </a:p>
        </p:txBody>
      </p:sp>
      <p:sp>
        <p:nvSpPr>
          <p:cNvPr id="39" name="Text Placeholder 22">
            <a:extLst>
              <a:ext uri="{FF2B5EF4-FFF2-40B4-BE49-F238E27FC236}">
                <a16:creationId xmlns:a16="http://schemas.microsoft.com/office/drawing/2014/main" id="{F62BB631-D2B1-2D9A-57E4-CB20AB949C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643969" y="3330009"/>
            <a:ext cx="4068000" cy="863600"/>
          </a:xfrm>
        </p:spPr>
        <p:txBody>
          <a:bodyPr anchor="ctr" anchorCtr="0"/>
          <a:lstStyle>
            <a:lvl1pPr algn="ctr">
              <a:defRPr spc="13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0" name="Text Placeholder 22">
            <a:extLst>
              <a:ext uri="{FF2B5EF4-FFF2-40B4-BE49-F238E27FC236}">
                <a16:creationId xmlns:a16="http://schemas.microsoft.com/office/drawing/2014/main" id="{85FBA264-BEDE-BE8F-A15F-AC9B6D7F09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3681534" y="4604544"/>
            <a:ext cx="4068000" cy="863600"/>
          </a:xfrm>
        </p:spPr>
        <p:txBody>
          <a:bodyPr anchor="ctr" anchorCtr="0"/>
          <a:lstStyle>
            <a:lvl1pPr algn="ctr">
              <a:defRPr spc="13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8" name="Freeform 11">
            <a:extLst>
              <a:ext uri="{FF2B5EF4-FFF2-40B4-BE49-F238E27FC236}">
                <a16:creationId xmlns:a16="http://schemas.microsoft.com/office/drawing/2014/main" id="{40A37E01-97B2-CEDC-326B-2F6F959383AC}"/>
              </a:ext>
            </a:extLst>
          </p:cNvPr>
          <p:cNvSpPr/>
          <p:nvPr userDrawn="1"/>
        </p:nvSpPr>
        <p:spPr>
          <a:xfrm flipH="1">
            <a:off x="13105503" y="7110669"/>
            <a:ext cx="5182497" cy="1022019"/>
          </a:xfrm>
          <a:custGeom>
            <a:avLst/>
            <a:gdLst/>
            <a:ahLst/>
            <a:cxnLst/>
            <a:rect l="l" t="t" r="r" b="b"/>
            <a:pathLst>
              <a:path w="6502174" h="1362693">
                <a:moveTo>
                  <a:pt x="0" y="0"/>
                </a:moveTo>
                <a:lnTo>
                  <a:pt x="6502174" y="0"/>
                </a:lnTo>
                <a:lnTo>
                  <a:pt x="6502174" y="1362693"/>
                </a:lnTo>
                <a:lnTo>
                  <a:pt x="0" y="136269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1B1E21"/>
              </a:gs>
              <a:gs pos="7000">
                <a:srgbClr val="04020E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 spc="130" baseline="0">
              <a:solidFill>
                <a:schemeClr val="lt1"/>
              </a:solidFill>
            </a:endParaRPr>
          </a:p>
        </p:txBody>
      </p:sp>
      <p:sp>
        <p:nvSpPr>
          <p:cNvPr id="49" name="Freeform 11">
            <a:extLst>
              <a:ext uri="{FF2B5EF4-FFF2-40B4-BE49-F238E27FC236}">
                <a16:creationId xmlns:a16="http://schemas.microsoft.com/office/drawing/2014/main" id="{68FC310D-CF0E-B233-99EB-2D0B07EE7F66}"/>
              </a:ext>
            </a:extLst>
          </p:cNvPr>
          <p:cNvSpPr/>
          <p:nvPr userDrawn="1"/>
        </p:nvSpPr>
        <p:spPr>
          <a:xfrm flipH="1">
            <a:off x="13105504" y="5841063"/>
            <a:ext cx="5182497" cy="1022019"/>
          </a:xfrm>
          <a:custGeom>
            <a:avLst/>
            <a:gdLst/>
            <a:ahLst/>
            <a:cxnLst/>
            <a:rect l="l" t="t" r="r" b="b"/>
            <a:pathLst>
              <a:path w="6502174" h="1362693">
                <a:moveTo>
                  <a:pt x="0" y="0"/>
                </a:moveTo>
                <a:lnTo>
                  <a:pt x="6502174" y="0"/>
                </a:lnTo>
                <a:lnTo>
                  <a:pt x="6502174" y="1362693"/>
                </a:lnTo>
                <a:lnTo>
                  <a:pt x="0" y="136269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1B1E21"/>
              </a:gs>
              <a:gs pos="7000">
                <a:srgbClr val="04020E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 spc="130" baseline="0">
              <a:solidFill>
                <a:schemeClr val="lt1"/>
              </a:solidFill>
            </a:endParaRPr>
          </a:p>
        </p:txBody>
      </p:sp>
      <p:sp>
        <p:nvSpPr>
          <p:cNvPr id="50" name="Text Placeholder 22">
            <a:extLst>
              <a:ext uri="{FF2B5EF4-FFF2-40B4-BE49-F238E27FC236}">
                <a16:creationId xmlns:a16="http://schemas.microsoft.com/office/drawing/2014/main" id="{E477553F-104B-5204-0617-F99AD298FA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3643971" y="5920272"/>
            <a:ext cx="4068000" cy="863600"/>
          </a:xfrm>
        </p:spPr>
        <p:txBody>
          <a:bodyPr anchor="ctr" anchorCtr="0"/>
          <a:lstStyle>
            <a:lvl1pPr algn="ctr">
              <a:defRPr spc="13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1" name="Text Placeholder 22">
            <a:extLst>
              <a:ext uri="{FF2B5EF4-FFF2-40B4-BE49-F238E27FC236}">
                <a16:creationId xmlns:a16="http://schemas.microsoft.com/office/drawing/2014/main" id="{E76CBBA2-24FA-A27B-5B23-04832492F14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3681536" y="7194807"/>
            <a:ext cx="4068000" cy="863600"/>
          </a:xfrm>
        </p:spPr>
        <p:txBody>
          <a:bodyPr anchor="ctr" anchorCtr="0"/>
          <a:lstStyle>
            <a:lvl1pPr algn="ctr">
              <a:defRPr spc="13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2" name="Freeform 11">
            <a:extLst>
              <a:ext uri="{FF2B5EF4-FFF2-40B4-BE49-F238E27FC236}">
                <a16:creationId xmlns:a16="http://schemas.microsoft.com/office/drawing/2014/main" id="{4A2D8DA3-4717-CBCC-2028-27411F5DF2FC}"/>
              </a:ext>
            </a:extLst>
          </p:cNvPr>
          <p:cNvSpPr/>
          <p:nvPr userDrawn="1"/>
        </p:nvSpPr>
        <p:spPr>
          <a:xfrm>
            <a:off x="0" y="4519386"/>
            <a:ext cx="5182497" cy="1022019"/>
          </a:xfrm>
          <a:custGeom>
            <a:avLst/>
            <a:gdLst/>
            <a:ahLst/>
            <a:cxnLst/>
            <a:rect l="l" t="t" r="r" b="b"/>
            <a:pathLst>
              <a:path w="6502174" h="1362693">
                <a:moveTo>
                  <a:pt x="0" y="0"/>
                </a:moveTo>
                <a:lnTo>
                  <a:pt x="6502174" y="0"/>
                </a:lnTo>
                <a:lnTo>
                  <a:pt x="6502174" y="1362693"/>
                </a:lnTo>
                <a:lnTo>
                  <a:pt x="0" y="136269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1B1E21"/>
              </a:gs>
              <a:gs pos="7000">
                <a:srgbClr val="04020E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 spc="130" baseline="0">
              <a:solidFill>
                <a:schemeClr val="lt1"/>
              </a:solidFill>
            </a:endParaRPr>
          </a:p>
        </p:txBody>
      </p:sp>
      <p:sp>
        <p:nvSpPr>
          <p:cNvPr id="53" name="Freeform 11">
            <a:extLst>
              <a:ext uri="{FF2B5EF4-FFF2-40B4-BE49-F238E27FC236}">
                <a16:creationId xmlns:a16="http://schemas.microsoft.com/office/drawing/2014/main" id="{B3B66374-DD24-14EF-DF3C-26F4D18563D0}"/>
              </a:ext>
            </a:extLst>
          </p:cNvPr>
          <p:cNvSpPr/>
          <p:nvPr userDrawn="1"/>
        </p:nvSpPr>
        <p:spPr>
          <a:xfrm>
            <a:off x="1" y="3249780"/>
            <a:ext cx="5182497" cy="1022019"/>
          </a:xfrm>
          <a:custGeom>
            <a:avLst/>
            <a:gdLst/>
            <a:ahLst/>
            <a:cxnLst/>
            <a:rect l="l" t="t" r="r" b="b"/>
            <a:pathLst>
              <a:path w="6502174" h="1362693">
                <a:moveTo>
                  <a:pt x="0" y="0"/>
                </a:moveTo>
                <a:lnTo>
                  <a:pt x="6502174" y="0"/>
                </a:lnTo>
                <a:lnTo>
                  <a:pt x="6502174" y="1362693"/>
                </a:lnTo>
                <a:lnTo>
                  <a:pt x="0" y="136269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1B1E21"/>
              </a:gs>
              <a:gs pos="7000">
                <a:srgbClr val="04020E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 spc="130" baseline="0">
              <a:solidFill>
                <a:schemeClr val="lt1"/>
              </a:solidFill>
            </a:endParaRPr>
          </a:p>
        </p:txBody>
      </p:sp>
      <p:sp>
        <p:nvSpPr>
          <p:cNvPr id="54" name="Text Placeholder 22">
            <a:extLst>
              <a:ext uri="{FF2B5EF4-FFF2-40B4-BE49-F238E27FC236}">
                <a16:creationId xmlns:a16="http://schemas.microsoft.com/office/drawing/2014/main" id="{1A8D8503-EABD-D5F3-7B60-135AAECA059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468" y="3328989"/>
            <a:ext cx="4068000" cy="863600"/>
          </a:xfrm>
        </p:spPr>
        <p:txBody>
          <a:bodyPr anchor="ctr" anchorCtr="0"/>
          <a:lstStyle>
            <a:lvl1pPr algn="ctr">
              <a:defRPr spc="13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5" name="Text Placeholder 22">
            <a:extLst>
              <a:ext uri="{FF2B5EF4-FFF2-40B4-BE49-F238E27FC236}">
                <a16:creationId xmlns:a16="http://schemas.microsoft.com/office/drawing/2014/main" id="{FAA3B801-84DA-BC64-5446-A55A0DB4894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33" y="4603524"/>
            <a:ext cx="4068000" cy="863600"/>
          </a:xfrm>
        </p:spPr>
        <p:txBody>
          <a:bodyPr anchor="ctr" anchorCtr="0"/>
          <a:lstStyle>
            <a:lvl1pPr algn="ctr">
              <a:defRPr spc="13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6" name="Freeform 11">
            <a:extLst>
              <a:ext uri="{FF2B5EF4-FFF2-40B4-BE49-F238E27FC236}">
                <a16:creationId xmlns:a16="http://schemas.microsoft.com/office/drawing/2014/main" id="{7C070C83-013D-A24C-F0A6-03E0B29ACE94}"/>
              </a:ext>
            </a:extLst>
          </p:cNvPr>
          <p:cNvSpPr/>
          <p:nvPr userDrawn="1"/>
        </p:nvSpPr>
        <p:spPr>
          <a:xfrm>
            <a:off x="2" y="7109649"/>
            <a:ext cx="5182497" cy="1022019"/>
          </a:xfrm>
          <a:custGeom>
            <a:avLst/>
            <a:gdLst/>
            <a:ahLst/>
            <a:cxnLst/>
            <a:rect l="l" t="t" r="r" b="b"/>
            <a:pathLst>
              <a:path w="6502174" h="1362693">
                <a:moveTo>
                  <a:pt x="0" y="0"/>
                </a:moveTo>
                <a:lnTo>
                  <a:pt x="6502174" y="0"/>
                </a:lnTo>
                <a:lnTo>
                  <a:pt x="6502174" y="1362693"/>
                </a:lnTo>
                <a:lnTo>
                  <a:pt x="0" y="136269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1B1E21"/>
              </a:gs>
              <a:gs pos="7000">
                <a:srgbClr val="04020E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 spc="130" baseline="0">
              <a:solidFill>
                <a:schemeClr val="lt1"/>
              </a:solidFill>
            </a:endParaRPr>
          </a:p>
        </p:txBody>
      </p:sp>
      <p:sp>
        <p:nvSpPr>
          <p:cNvPr id="57" name="Freeform 11">
            <a:extLst>
              <a:ext uri="{FF2B5EF4-FFF2-40B4-BE49-F238E27FC236}">
                <a16:creationId xmlns:a16="http://schemas.microsoft.com/office/drawing/2014/main" id="{2D3FF615-F372-EBEF-57A1-27BF4BF8E67D}"/>
              </a:ext>
            </a:extLst>
          </p:cNvPr>
          <p:cNvSpPr/>
          <p:nvPr userDrawn="1"/>
        </p:nvSpPr>
        <p:spPr>
          <a:xfrm>
            <a:off x="3" y="5840043"/>
            <a:ext cx="5182497" cy="1022019"/>
          </a:xfrm>
          <a:custGeom>
            <a:avLst/>
            <a:gdLst/>
            <a:ahLst/>
            <a:cxnLst/>
            <a:rect l="l" t="t" r="r" b="b"/>
            <a:pathLst>
              <a:path w="6502174" h="1362693">
                <a:moveTo>
                  <a:pt x="0" y="0"/>
                </a:moveTo>
                <a:lnTo>
                  <a:pt x="6502174" y="0"/>
                </a:lnTo>
                <a:lnTo>
                  <a:pt x="6502174" y="1362693"/>
                </a:lnTo>
                <a:lnTo>
                  <a:pt x="0" y="136269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1B1E21"/>
              </a:gs>
              <a:gs pos="7000">
                <a:srgbClr val="04020E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 spc="130" baseline="0">
              <a:solidFill>
                <a:schemeClr val="lt1"/>
              </a:solidFill>
            </a:endParaRPr>
          </a:p>
        </p:txBody>
      </p:sp>
      <p:sp>
        <p:nvSpPr>
          <p:cNvPr id="58" name="Text Placeholder 22">
            <a:extLst>
              <a:ext uri="{FF2B5EF4-FFF2-40B4-BE49-F238E27FC236}">
                <a16:creationId xmlns:a16="http://schemas.microsoft.com/office/drawing/2014/main" id="{9E4681DD-A839-AF7E-3C29-0BBD5D10484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470" y="5919252"/>
            <a:ext cx="4068000" cy="863600"/>
          </a:xfrm>
        </p:spPr>
        <p:txBody>
          <a:bodyPr anchor="ctr" anchorCtr="0"/>
          <a:lstStyle>
            <a:lvl1pPr algn="ctr">
              <a:defRPr spc="13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9" name="Text Placeholder 22">
            <a:extLst>
              <a:ext uri="{FF2B5EF4-FFF2-40B4-BE49-F238E27FC236}">
                <a16:creationId xmlns:a16="http://schemas.microsoft.com/office/drawing/2014/main" id="{F40A13EF-FF12-AA80-9D2B-CCBFEBF54BE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6035" y="7193787"/>
            <a:ext cx="4068000" cy="863600"/>
          </a:xfrm>
        </p:spPr>
        <p:txBody>
          <a:bodyPr anchor="ctr" anchorCtr="0"/>
          <a:lstStyle>
            <a:lvl1pPr algn="ctr">
              <a:defRPr spc="13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354680A5-2D30-0C83-3CBD-19161BA76E8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07897" y="2556000"/>
            <a:ext cx="3675062" cy="5616575"/>
          </a:xfrm>
        </p:spPr>
        <p:txBody>
          <a:bodyPr/>
          <a:lstStyle>
            <a:lvl1pPr>
              <a:defRPr spc="130" baseline="0"/>
            </a:lvl1pPr>
          </a:lstStyle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4A813DAA-828C-5483-23FB-7A5D10E58CE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392877" y="2556000"/>
            <a:ext cx="3675062" cy="5616575"/>
          </a:xfrm>
        </p:spPr>
        <p:txBody>
          <a:bodyPr/>
          <a:lstStyle>
            <a:lvl1pPr>
              <a:defRPr spc="130" baseline="0"/>
            </a:lvl1pPr>
          </a:lstStyle>
          <a:p>
            <a:r>
              <a:rPr lang="de-DE"/>
              <a:t>Bild durch Klicken auf Symbol hinzufügen</a:t>
            </a:r>
            <a:endParaRPr lang="en-DE"/>
          </a:p>
        </p:txBody>
      </p:sp>
      <p:sp>
        <p:nvSpPr>
          <p:cNvPr id="70" name="Text Placeholder 30">
            <a:extLst>
              <a:ext uri="{FF2B5EF4-FFF2-40B4-BE49-F238E27FC236}">
                <a16:creationId xmlns:a16="http://schemas.microsoft.com/office/drawing/2014/main" id="{934CB1B4-DEF7-1B9B-4CBB-D1CD1074568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681599" y="7613630"/>
            <a:ext cx="4953600" cy="94230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0" i="0" kern="1200" spc="13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FIRST NAME</a:t>
            </a:r>
          </a:p>
          <a:p>
            <a:pPr lvl="0"/>
            <a:r>
              <a:rPr lang="en-GB" dirty="0"/>
              <a:t>LAST NAME</a:t>
            </a:r>
          </a:p>
        </p:txBody>
      </p:sp>
      <p:sp>
        <p:nvSpPr>
          <p:cNvPr id="71" name="Text Placeholder 30">
            <a:extLst>
              <a:ext uri="{FF2B5EF4-FFF2-40B4-BE49-F238E27FC236}">
                <a16:creationId xmlns:a16="http://schemas.microsoft.com/office/drawing/2014/main" id="{18A4D30D-1E2E-24EA-7C6F-680A939AD2A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681599" y="8691250"/>
            <a:ext cx="4953600" cy="861774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defRPr lang="en-GB" sz="2800" b="1" i="0" kern="1200" spc="13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Position at </a:t>
            </a:r>
          </a:p>
          <a:p>
            <a:pPr lvl="0"/>
            <a:r>
              <a:rPr lang="en-GB" dirty="0" err="1"/>
              <a:t>shiftavenue</a:t>
            </a:r>
            <a:endParaRPr lang="en-GB" dirty="0"/>
          </a:p>
        </p:txBody>
      </p:sp>
      <p:sp>
        <p:nvSpPr>
          <p:cNvPr id="73" name="Picture Placeholder 62">
            <a:extLst>
              <a:ext uri="{FF2B5EF4-FFF2-40B4-BE49-F238E27FC236}">
                <a16:creationId xmlns:a16="http://schemas.microsoft.com/office/drawing/2014/main" id="{90002243-1650-E192-4691-328C5EAE3B1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9392877" y="2575175"/>
            <a:ext cx="3675062" cy="5616575"/>
          </a:xfrm>
        </p:spPr>
        <p:txBody>
          <a:bodyPr/>
          <a:lstStyle>
            <a:lvl1pPr>
              <a:defRPr spc="130" baseline="0"/>
            </a:lvl1pPr>
          </a:lstStyle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74" name="Text Placeholder 30">
            <a:extLst>
              <a:ext uri="{FF2B5EF4-FFF2-40B4-BE49-F238E27FC236}">
                <a16:creationId xmlns:a16="http://schemas.microsoft.com/office/drawing/2014/main" id="{4E42948A-0F76-DC60-B254-321FAD2B522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820000" y="7613630"/>
            <a:ext cx="4953600" cy="94230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0" i="0" kern="1200" spc="13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FIRST NAME</a:t>
            </a:r>
          </a:p>
          <a:p>
            <a:pPr lvl="0"/>
            <a:r>
              <a:rPr lang="en-GB" dirty="0"/>
              <a:t>LAST NAME</a:t>
            </a:r>
          </a:p>
        </p:txBody>
      </p:sp>
      <p:sp>
        <p:nvSpPr>
          <p:cNvPr id="75" name="Text Placeholder 30">
            <a:extLst>
              <a:ext uri="{FF2B5EF4-FFF2-40B4-BE49-F238E27FC236}">
                <a16:creationId xmlns:a16="http://schemas.microsoft.com/office/drawing/2014/main" id="{54B70D05-C93E-FC07-F268-254A331C98E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820000" y="8691250"/>
            <a:ext cx="4953600" cy="861774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defRPr lang="en-GB" sz="2800" b="1" i="0" kern="1200" spc="13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Position at </a:t>
            </a:r>
          </a:p>
          <a:p>
            <a:pPr lvl="0"/>
            <a:r>
              <a:rPr lang="en-GB" dirty="0" err="1"/>
              <a:t>shiftavenue</a:t>
            </a:r>
            <a:endParaRPr lang="en-GB" dirty="0"/>
          </a:p>
        </p:txBody>
      </p:sp>
      <p:sp>
        <p:nvSpPr>
          <p:cNvPr id="79" name="Text Placeholder 30">
            <a:extLst>
              <a:ext uri="{FF2B5EF4-FFF2-40B4-BE49-F238E27FC236}">
                <a16:creationId xmlns:a16="http://schemas.microsoft.com/office/drawing/2014/main" id="{22F9AA84-1F9B-9889-49A6-0FB04B6889A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651247" y="1073847"/>
            <a:ext cx="5416691" cy="997196"/>
          </a:xfrm>
        </p:spPr>
        <p:txBody>
          <a:bodyPr wrap="square" anchor="b" anchorCtr="0">
            <a:spAutoFit/>
          </a:bodyPr>
          <a:lstStyle>
            <a:lvl1pPr marL="0" algn="l" defTabSz="457200" rtl="0" eaLnBrk="1" latinLnBrk="0" hangingPunct="1">
              <a:defRPr lang="en-GB" sz="2400" b="0" i="0" kern="1200" spc="140" baseline="0" dirty="0" smtClean="0">
                <a:solidFill>
                  <a:srgbClr val="9FA0A4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</p:spTree>
    <p:extLst>
      <p:ext uri="{BB962C8B-B14F-4D97-AF65-F5344CB8AC3E}">
        <p14:creationId xmlns:p14="http://schemas.microsoft.com/office/powerpoint/2010/main" val="3131728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MemeSection_MemeSlide_1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63899-7A72-10F9-89FC-8DBF2C121E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Put your Meme Here for some Giggles</a:t>
            </a:r>
            <a:endParaRPr lang="en-DE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510EEED8-C972-5B24-8CDF-28406020B1C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46920" y="2880360"/>
            <a:ext cx="7491600" cy="5252328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214C4589-AEE4-06B5-7BDD-286951A8A9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92400" y="2880360"/>
            <a:ext cx="7851599" cy="5252328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8643A72-B56D-33D4-ABED-CF27C3285FC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290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MemeSection_MemeSlide_2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984171" y="2169050"/>
            <a:ext cx="10319658" cy="836383"/>
          </a:xfrm>
        </p:spPr>
        <p:txBody>
          <a:bodyPr wrap="square" anchor="b" anchorCtr="0">
            <a:spAutoFit/>
          </a:bodyPr>
          <a:lstStyle>
            <a:lvl1pPr algn="ctr">
              <a:defRPr sz="6000" cap="all" baseline="0"/>
            </a:lvl1pPr>
          </a:lstStyle>
          <a:p>
            <a:r>
              <a:rPr lang="en-GB" dirty="0"/>
              <a:t>Your Meme Here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9729230-DF5D-E9D3-2B2A-796F36CED18E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3984171" y="3283621"/>
            <a:ext cx="10319657" cy="49911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5B2CEA-01F0-3B86-1F44-77415A798EF2}"/>
              </a:ext>
            </a:extLst>
          </p:cNvPr>
          <p:cNvCxnSpPr>
            <a:cxnSpLocks/>
          </p:cNvCxnSpPr>
          <p:nvPr userDrawn="1"/>
        </p:nvCxnSpPr>
        <p:spPr>
          <a:xfrm>
            <a:off x="7254000" y="8732524"/>
            <a:ext cx="3780000" cy="0"/>
          </a:xfrm>
          <a:prstGeom prst="line">
            <a:avLst/>
          </a:prstGeom>
          <a:ln w="88900" cap="rnd">
            <a:solidFill>
              <a:schemeClr val="bg2">
                <a:lumMod val="75000"/>
                <a:lumOff val="25000"/>
              </a:schemeClr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821255BB-38E3-F676-19C8-99861054A7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0231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1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MainSection_Text_Single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92401" y="1076400"/>
            <a:ext cx="7851599" cy="1163395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7300" y="2714400"/>
            <a:ext cx="15773400" cy="5418288"/>
          </a:xfrm>
        </p:spPr>
        <p:txBody>
          <a:bodyPr/>
          <a:lstStyle>
            <a:lvl1pPr marL="0" indent="0">
              <a:buFontTx/>
              <a:buNone/>
              <a:defRPr sz="2800" spc="130" baseline="0"/>
            </a:lvl1pPr>
            <a:lvl2pPr marL="920892" indent="-306964">
              <a:buClr>
                <a:schemeClr val="accent4"/>
              </a:buClr>
              <a:buFontTx/>
              <a:buBlip>
                <a:blip r:embed="rId2"/>
              </a:buBlip>
              <a:defRPr sz="2400" spc="130" baseline="0"/>
            </a:lvl2pPr>
            <a:lvl3pPr marL="1534820" indent="-306964">
              <a:buClr>
                <a:schemeClr val="accent4"/>
              </a:buClr>
              <a:buFontTx/>
              <a:buBlip>
                <a:blip r:embed="rId2"/>
              </a:buBlip>
              <a:defRPr sz="2400" spc="130" baseline="0"/>
            </a:lvl3pPr>
            <a:lvl4pPr marL="2148749" indent="-306964">
              <a:buClr>
                <a:schemeClr val="accent4"/>
              </a:buClr>
              <a:buFontTx/>
              <a:buBlip>
                <a:blip r:embed="rId2"/>
              </a:buBlip>
              <a:defRPr spc="130" baseline="0"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D3F6CE6-ADDF-A56B-01CD-F1BDF7F43A8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MainSection_Text_TwoColumns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14400"/>
            <a:ext cx="7369200" cy="5843082"/>
          </a:xfrm>
        </p:spPr>
        <p:txBody>
          <a:bodyPr/>
          <a:lstStyle>
            <a:lvl1pPr>
              <a:defRPr spc="130" baseline="0"/>
            </a:lvl1pPr>
            <a:lvl2pPr marL="920892" indent="-306964">
              <a:buClr>
                <a:schemeClr val="accent4"/>
              </a:buClr>
              <a:buFontTx/>
              <a:buBlip>
                <a:blip r:embed="rId2"/>
              </a:buBlip>
              <a:defRPr spc="130" baseline="0"/>
            </a:lvl2pPr>
            <a:lvl3pPr marL="1534820" indent="-306964">
              <a:buClr>
                <a:schemeClr val="accent4"/>
              </a:buClr>
              <a:buFontTx/>
              <a:buBlip>
                <a:blip r:embed="rId2"/>
              </a:buBlip>
              <a:defRPr spc="130" baseline="0"/>
            </a:lvl3pPr>
            <a:lvl4pPr marL="2148749" indent="-306964">
              <a:buClr>
                <a:schemeClr val="accent4"/>
              </a:buClr>
              <a:buFontTx/>
              <a:buBlip>
                <a:blip r:embed="rId2"/>
              </a:buBlip>
              <a:defRPr spc="130" baseline="0"/>
            </a:lvl4pPr>
            <a:lvl5pPr marL="2762677" indent="-306964">
              <a:buClr>
                <a:schemeClr val="accent4"/>
              </a:buClr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61500" y="2714400"/>
            <a:ext cx="7369200" cy="5843082"/>
          </a:xfrm>
        </p:spPr>
        <p:txBody>
          <a:bodyPr/>
          <a:lstStyle>
            <a:lvl1pPr>
              <a:defRPr lang="en-GB" sz="2400" b="0" i="0" kern="1200" spc="13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>
              <a:buFontTx/>
              <a:buBlip>
                <a:blip r:embed="rId2"/>
              </a:buBlip>
              <a:defRPr lang="en-GB" sz="2400" b="0" i="0" kern="1200" spc="13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>
              <a:buFontTx/>
              <a:buBlip>
                <a:blip r:embed="rId2"/>
              </a:buBlip>
              <a:defRPr lang="en-GB" sz="2400" b="0" i="0" kern="1200" spc="13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>
              <a:buFontTx/>
              <a:buBlip>
                <a:blip r:embed="rId2"/>
              </a:buBlip>
              <a:defRPr lang="en-GB" sz="2400" b="0" i="0" kern="1200" spc="13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7E75A16-F497-10D4-3482-9D511B0D815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7128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Text_FourSections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14400"/>
            <a:ext cx="7772400" cy="2541131"/>
          </a:xfrm>
        </p:spPr>
        <p:txBody>
          <a:bodyPr/>
          <a:lstStyle>
            <a:lvl1pPr>
              <a:defRPr lang="en-GB" sz="2400" b="0" i="0" kern="1200" spc="13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>
              <a:buClr>
                <a:schemeClr val="accent4"/>
              </a:buClr>
              <a:buFontTx/>
              <a:buBlip>
                <a:blip r:embed="rId2"/>
              </a:buBlip>
              <a:defRPr lang="en-GB" sz="2400" b="0" i="0" kern="1200" spc="13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>
              <a:buClr>
                <a:schemeClr val="accent4"/>
              </a:buClr>
              <a:buFontTx/>
              <a:buBlip>
                <a:blip r:embed="rId2"/>
              </a:buBlip>
              <a:defRPr lang="en-GB" sz="2400" b="0" i="0" kern="1200" spc="13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>
              <a:buClr>
                <a:schemeClr val="accent4"/>
              </a:buClr>
              <a:buFontTx/>
              <a:buBlip>
                <a:blip r:embed="rId2"/>
              </a:buBlip>
              <a:defRPr lang="en-GB" sz="2400" b="0" i="0" kern="1200" spc="13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>
              <a:buClr>
                <a:schemeClr val="accent4"/>
              </a:buClr>
              <a:buFontTx/>
              <a:buBlip>
                <a:blip r:embed="rId2"/>
              </a:buBlip>
              <a:defRPr lang="en-US" sz="2400" b="0" i="0" kern="1200" spc="13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F35E0CB-C9D3-0ADE-7D74-978A833F9987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1257300" y="5785482"/>
            <a:ext cx="7772400" cy="2541131"/>
          </a:xfrm>
        </p:spPr>
        <p:txBody>
          <a:bodyPr/>
          <a:lstStyle>
            <a:lvl1pPr>
              <a:defRPr lang="en-GB" sz="2400" b="0" i="0" kern="1200" spc="13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>
              <a:buClr>
                <a:schemeClr val="accent4"/>
              </a:buClr>
              <a:buFontTx/>
              <a:buBlip>
                <a:blip r:embed="rId2"/>
              </a:buBlip>
              <a:defRPr lang="en-GB" sz="2400" b="0" i="0" kern="1200" spc="13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>
              <a:buClr>
                <a:schemeClr val="accent4"/>
              </a:buClr>
              <a:buFontTx/>
              <a:buBlip>
                <a:blip r:embed="rId2"/>
              </a:buBlip>
              <a:defRPr lang="en-GB" sz="2400" b="0" i="0" kern="1200" spc="13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>
              <a:buClr>
                <a:schemeClr val="accent4"/>
              </a:buClr>
              <a:buFontTx/>
              <a:buBlip>
                <a:blip r:embed="rId2"/>
              </a:buBlip>
              <a:defRPr lang="en-GB" sz="2400" b="0" i="0" kern="1200" spc="13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>
              <a:buClr>
                <a:schemeClr val="accent4"/>
              </a:buClr>
              <a:buFontTx/>
              <a:buBlip>
                <a:blip r:embed="rId2"/>
              </a:buBlip>
              <a:defRPr lang="en-US" sz="2400" b="0" i="0" kern="1200" spc="13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6F6ECEA-1865-3649-4C87-5CFB52B97F8A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639300" y="2714400"/>
            <a:ext cx="7772400" cy="2541131"/>
          </a:xfrm>
        </p:spPr>
        <p:txBody>
          <a:bodyPr/>
          <a:lstStyle>
            <a:lvl1pPr>
              <a:defRPr lang="en-GB" sz="2400" b="0" i="0" kern="1200" spc="13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>
              <a:buClr>
                <a:schemeClr val="accent4"/>
              </a:buClr>
              <a:buFontTx/>
              <a:buBlip>
                <a:blip r:embed="rId2"/>
              </a:buBlip>
              <a:defRPr lang="en-GB" sz="2400" b="0" i="0" kern="1200" spc="13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>
              <a:buClr>
                <a:schemeClr val="accent4"/>
              </a:buClr>
              <a:buFontTx/>
              <a:buBlip>
                <a:blip r:embed="rId2"/>
              </a:buBlip>
              <a:defRPr lang="en-GB" sz="2400" b="0" i="0" kern="1200" spc="13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>
              <a:buClr>
                <a:schemeClr val="accent4"/>
              </a:buClr>
              <a:buFontTx/>
              <a:buBlip>
                <a:blip r:embed="rId2"/>
              </a:buBlip>
              <a:defRPr lang="en-GB" sz="2400" b="0" i="0" kern="1200" spc="13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>
              <a:buClr>
                <a:schemeClr val="accent4"/>
              </a:buClr>
              <a:buFontTx/>
              <a:buBlip>
                <a:blip r:embed="rId2"/>
              </a:buBlip>
              <a:defRPr lang="en-US" sz="2400" b="0" i="0" kern="1200" spc="13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5A33385-D21F-8A86-E472-A932FCB39C8F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9639300" y="5785482"/>
            <a:ext cx="7772400" cy="2541131"/>
          </a:xfrm>
        </p:spPr>
        <p:txBody>
          <a:bodyPr/>
          <a:lstStyle>
            <a:lvl1pPr>
              <a:defRPr lang="en-GB" sz="2400" b="0" i="0" kern="1200" spc="13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>
              <a:buClr>
                <a:schemeClr val="accent4"/>
              </a:buClr>
              <a:buFontTx/>
              <a:buBlip>
                <a:blip r:embed="rId2"/>
              </a:buBlip>
              <a:defRPr lang="en-GB" sz="2400" b="0" i="0" kern="1200" spc="13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>
              <a:buClr>
                <a:schemeClr val="accent4"/>
              </a:buClr>
              <a:buFontTx/>
              <a:buBlip>
                <a:blip r:embed="rId2"/>
              </a:buBlip>
              <a:defRPr lang="en-GB" sz="2400" b="0" i="0" kern="1200" spc="13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>
              <a:buClr>
                <a:schemeClr val="accent4"/>
              </a:buClr>
              <a:buFontTx/>
              <a:buBlip>
                <a:blip r:embed="rId2"/>
              </a:buBlip>
              <a:defRPr lang="en-GB" sz="2400" b="0" i="0" kern="1200" spc="13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>
              <a:buClr>
                <a:schemeClr val="accent4"/>
              </a:buClr>
              <a:buFontTx/>
              <a:buBlip>
                <a:blip r:embed="rId2"/>
              </a:buBlip>
              <a:defRPr lang="en-US" sz="2400" b="0" i="0" kern="1200" spc="13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F1CFEC6-381B-F6AA-6C64-BB4BC9A9E0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383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WorkshopSlide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387B747C-7DB1-7C16-A449-7150F49B6C64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7651750" y="2716213"/>
            <a:ext cx="9001414" cy="5842000"/>
          </a:xfrm>
        </p:spPr>
        <p:txBody>
          <a:bodyPr/>
          <a:lstStyle>
            <a:lvl1pPr>
              <a:defRPr spc="130" baseline="0"/>
            </a:lvl1pPr>
          </a:lstStyle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2400" y="1076400"/>
            <a:ext cx="56268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7E75A16-F497-10D4-3482-9D511B0D81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36" y="7898400"/>
            <a:ext cx="3382735" cy="658157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0FAD142-4110-5A2A-D79D-4ED568FC495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75237" y="1076400"/>
            <a:ext cx="5416691" cy="1208216"/>
          </a:xfrm>
        </p:spPr>
        <p:txBody>
          <a:bodyPr wrap="square" anchor="b" anchorCtr="0">
            <a:spAutoFit/>
          </a:bodyPr>
          <a:lstStyle>
            <a:lvl1pPr marL="342900" indent="-3429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n-GB" sz="2400" b="0" i="0" kern="1200" spc="140" baseline="0" dirty="0" smtClean="0">
                <a:solidFill>
                  <a:srgbClr val="9FA0A4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</a:t>
            </a:r>
          </a:p>
          <a:p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</a:t>
            </a:r>
          </a:p>
          <a:p>
            <a:r>
              <a:rPr lang="en-GB" dirty="0">
                <a:effectLst/>
                <a:latin typeface="Trebuchet MS" panose="020B0703020202090204" pitchFamily="34" charset="0"/>
              </a:rPr>
              <a:t>the pickle breeze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661354EB-F377-EB9B-326B-D851EF7B407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92225" y="2716080"/>
            <a:ext cx="2614815" cy="332399"/>
          </a:xfrm>
        </p:spPr>
        <p:txBody>
          <a:bodyPr anchor="ctr" anchorCtr="0">
            <a:noAutofit/>
          </a:bodyPr>
          <a:lstStyle>
            <a:lvl1pPr marL="0" algn="l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WORKSHOP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6329CBEC-1391-5695-B8C5-C18F1D04FF3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92225" y="3192365"/>
            <a:ext cx="2614815" cy="332399"/>
          </a:xfrm>
        </p:spPr>
        <p:txBody>
          <a:bodyPr anchor="ctr" anchorCtr="0">
            <a:noAutofit/>
          </a:bodyPr>
          <a:lstStyle>
            <a:lvl1pPr marL="0" algn="l" defTabSz="457200" rtl="0" eaLnBrk="1" latinLnBrk="0" hangingPunct="1"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Outcome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860C3C69-77A5-7BB3-3859-BD44A331366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2531864" y="6958876"/>
            <a:ext cx="2614815" cy="332399"/>
          </a:xfrm>
        </p:spPr>
        <p:txBody>
          <a:bodyPr anchor="ctr" anchorCtr="0">
            <a:noAutofit/>
          </a:bodyPr>
          <a:lstStyle>
            <a:lvl1pPr marL="0" algn="l" defTabSz="457200" rtl="0" eaLnBrk="1" latinLnBrk="0" hangingPunct="1">
              <a:defRPr lang="en-GB" sz="2800" b="1" i="0" kern="1200" spc="4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092670C6-F80D-3B47-37AF-D6C91A69A77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2531864" y="7615903"/>
            <a:ext cx="4870800" cy="942309"/>
          </a:xfrm>
        </p:spPr>
        <p:txBody>
          <a:bodyPr anchor="b" anchorCtr="0">
            <a:spAutoFit/>
          </a:bodyPr>
          <a:lstStyle>
            <a:lvl1pPr marL="457200" indent="-457200" algn="l" defTabSz="457200" rtl="0" eaLnBrk="1" latinLnBrk="0" hangingPunct="1">
              <a:buFont typeface="Arial" panose="020B0604020202020204" pitchFamily="34" charset="0"/>
              <a:buChar char="•"/>
              <a:defRPr lang="en-GB" sz="2800" b="1" i="0" kern="1200" spc="14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XX Days</a:t>
            </a:r>
          </a:p>
          <a:p>
            <a:pPr lvl="0"/>
            <a:r>
              <a:rPr lang="en-GB" dirty="0"/>
              <a:t>Follow-up possible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EEBA2923-C124-B3FA-656E-0EEFDBA50D6F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57300" y="3928918"/>
            <a:ext cx="5661900" cy="4629294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GB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342900" lvl="0" indent="-342900" defTabSz="457200">
              <a:lnSpc>
                <a:spcPct val="112000"/>
              </a:lnSpc>
              <a:spcBef>
                <a:spcPts val="0"/>
              </a:spcBef>
              <a:buChar char="•"/>
            </a:pPr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</a:t>
            </a:r>
          </a:p>
          <a:p>
            <a:pPr marL="342900" lvl="0" indent="-342900" defTabSz="457200">
              <a:lnSpc>
                <a:spcPct val="112000"/>
              </a:lnSpc>
              <a:spcBef>
                <a:spcPts val="0"/>
              </a:spcBef>
              <a:buChar char="•"/>
            </a:pP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</a:t>
            </a:r>
          </a:p>
          <a:p>
            <a:pPr marL="342900" lvl="0" indent="-342900" defTabSz="457200">
              <a:lnSpc>
                <a:spcPct val="112000"/>
              </a:lnSpc>
              <a:spcBef>
                <a:spcPts val="0"/>
              </a:spcBef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the pickle breeze</a:t>
            </a:r>
          </a:p>
          <a:p>
            <a:pPr marL="342900" lvl="0" indent="-342900" defTabSz="457200">
              <a:lnSpc>
                <a:spcPct val="112000"/>
              </a:lnSpc>
              <a:spcBef>
                <a:spcPts val="0"/>
              </a:spcBef>
              <a:buChar char="•"/>
            </a:pPr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</a:t>
            </a:r>
          </a:p>
          <a:p>
            <a:pPr marL="342900" lvl="0" indent="-342900" defTabSz="457200">
              <a:lnSpc>
                <a:spcPct val="112000"/>
              </a:lnSpc>
              <a:spcBef>
                <a:spcPts val="0"/>
              </a:spcBef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61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WorkshopSlide_with_Table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387B747C-7DB1-7C16-A449-7150F49B6C64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7239000" y="1076400"/>
            <a:ext cx="6408965" cy="7481813"/>
          </a:xfrm>
        </p:spPr>
        <p:txBody>
          <a:bodyPr/>
          <a:lstStyle>
            <a:lvl1pPr>
              <a:defRPr lang="en-DE" sz="2400" b="0" i="0" kern="1200" spc="13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2400" y="1076400"/>
            <a:ext cx="56268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7E75A16-F497-10D4-3482-9D511B0D81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87232" y="7898400"/>
            <a:ext cx="3382735" cy="658157"/>
          </a:xfrm>
          <a:prstGeom prst="rect">
            <a:avLst/>
          </a:prstGeom>
        </p:spPr>
      </p:pic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870D44A0-0EA9-49E7-9940-D22D5C7DA0D8}"/>
              </a:ext>
            </a:extLst>
          </p:cNvPr>
          <p:cNvSpPr>
            <a:spLocks noGrp="1"/>
          </p:cNvSpPr>
          <p:nvPr>
            <p:ph type="tbl" sz="quarter" idx="51"/>
          </p:nvPr>
        </p:nvSpPr>
        <p:spPr>
          <a:xfrm>
            <a:off x="694625" y="4084320"/>
            <a:ext cx="5626800" cy="4473892"/>
          </a:xfrm>
        </p:spPr>
        <p:txBody>
          <a:bodyPr/>
          <a:lstStyle>
            <a:lvl1pPr>
              <a:defRPr lang="en-DE" sz="2400" b="0" i="0" kern="1200" spc="13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/>
              <a:t>Tabelle durch Klicken auf Symbol hinzufügen</a:t>
            </a:r>
            <a:endParaRPr lang="en-DE" dirty="0"/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661354EB-F377-EB9B-326B-D851EF7B407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92225" y="2716080"/>
            <a:ext cx="2614815" cy="332399"/>
          </a:xfrm>
        </p:spPr>
        <p:txBody>
          <a:bodyPr anchor="ctr" anchorCtr="0">
            <a:noAutofit/>
          </a:bodyPr>
          <a:lstStyle>
            <a:lvl1pPr marL="0" algn="l" defTabSz="457200" rtl="0" eaLnBrk="1" latinLnBrk="0" hangingPunct="1">
              <a:defRPr lang="en-GB" sz="2800" b="1" i="0" kern="1200" spc="4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WORKSHOP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6329CBEC-1391-5695-B8C5-C18F1D04FF3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92225" y="3192365"/>
            <a:ext cx="2614815" cy="332399"/>
          </a:xfrm>
        </p:spPr>
        <p:txBody>
          <a:bodyPr anchor="ctr" anchorCtr="0">
            <a:noAutofit/>
          </a:bodyPr>
          <a:lstStyle>
            <a:lvl1pPr marL="0" algn="l" defTabSz="457200" rtl="0" eaLnBrk="1" latinLnBrk="0" hangingPunct="1">
              <a:defRPr lang="en-GB" sz="2800" b="1" i="0" kern="1200" spc="14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Outcome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860C3C69-77A5-7BB3-3859-BD44A331366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4287232" y="1076400"/>
            <a:ext cx="2614815" cy="332399"/>
          </a:xfrm>
        </p:spPr>
        <p:txBody>
          <a:bodyPr anchor="ctr" anchorCtr="0">
            <a:noAutofit/>
          </a:bodyPr>
          <a:lstStyle>
            <a:lvl1pPr marL="0" algn="l" defTabSz="457200" rtl="0" eaLnBrk="1" latinLnBrk="0" hangingPunct="1">
              <a:defRPr lang="en-GB" sz="2800" b="1" i="0" kern="1200" spc="4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TOPICS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FB49B5-03B7-8ECB-FBB1-7D5F928342FE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4288400" y="1778000"/>
            <a:ext cx="3382963" cy="3029958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GB" sz="2400" b="0" i="0" kern="120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342900" lvl="0" indent="-3429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</a:t>
            </a:r>
          </a:p>
          <a:p>
            <a:pPr marL="342900" lvl="0" indent="-3429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</a:t>
            </a:r>
          </a:p>
          <a:p>
            <a:pPr marL="342900" lvl="0" indent="-3429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the pickle breeze</a:t>
            </a:r>
          </a:p>
          <a:p>
            <a:pPr marL="342900" lvl="0" indent="-3429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</a:t>
            </a:r>
          </a:p>
          <a:p>
            <a:pPr marL="342900" lvl="0" indent="-342900" defTabSz="457200">
              <a:lnSpc>
                <a:spcPct val="112000"/>
              </a:lnSpc>
              <a:spcBef>
                <a:spcPts val="0"/>
              </a:spcBef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1B5769E9-BE04-40D0-4528-57C14278D66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4287004" y="5079486"/>
            <a:ext cx="2614815" cy="387798"/>
          </a:xfrm>
        </p:spPr>
        <p:txBody>
          <a:bodyPr anchor="ctr" anchorCtr="0">
            <a:spAutoFit/>
          </a:bodyPr>
          <a:lstStyle>
            <a:lvl1pPr marL="0" algn="l" defTabSz="457200" rtl="0" eaLnBrk="1" latinLnBrk="0" hangingPunct="1">
              <a:defRPr lang="en-GB" sz="2800" b="1" i="0" kern="1200" spc="4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B6B08A2-09D6-10D2-205E-ECB19C31176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4288400" y="5764212"/>
            <a:ext cx="3382963" cy="1830388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GB" sz="2400" b="0" i="0" kern="120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342900" lvl="0" indent="-3429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</a:t>
            </a:r>
          </a:p>
          <a:p>
            <a:pPr marL="342900" lvl="0" indent="-3429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</a:t>
            </a:r>
          </a:p>
          <a:p>
            <a:pPr marL="342900" lvl="0" indent="-342900" defTabSz="457200">
              <a:lnSpc>
                <a:spcPct val="112000"/>
              </a:lnSpc>
              <a:spcBef>
                <a:spcPts val="0"/>
              </a:spcBef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86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List_TwoColumns">
    <p:bg>
      <p:bgPr>
        <a:gradFill>
          <a:gsLst>
            <a:gs pos="21000">
              <a:srgbClr val="101018"/>
            </a:gs>
            <a:gs pos="0">
              <a:srgbClr val="1B1E21"/>
            </a:gs>
            <a:gs pos="100000">
              <a:srgbClr val="04020E">
                <a:alpha val="99608"/>
              </a:srgbClr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61">
            <a:extLst>
              <a:ext uri="{FF2B5EF4-FFF2-40B4-BE49-F238E27FC236}">
                <a16:creationId xmlns:a16="http://schemas.microsoft.com/office/drawing/2014/main" id="{2B1136B0-4450-3F8C-74D2-F672FFA56D5D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 flipH="1">
            <a:off x="954000" y="5424135"/>
            <a:ext cx="51674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21" name="Picture Placeholder 61">
            <a:extLst>
              <a:ext uri="{FF2B5EF4-FFF2-40B4-BE49-F238E27FC236}">
                <a16:creationId xmlns:a16="http://schemas.microsoft.com/office/drawing/2014/main" id="{2A0D372B-23FB-D5CB-7DA7-758CA3175FB9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 flipH="1" flipV="1">
            <a:off x="954000" y="4502535"/>
            <a:ext cx="51674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23" name="Picture Placeholder 61">
            <a:extLst>
              <a:ext uri="{FF2B5EF4-FFF2-40B4-BE49-F238E27FC236}">
                <a16:creationId xmlns:a16="http://schemas.microsoft.com/office/drawing/2014/main" id="{A482D941-FAC8-FB35-88BC-DBC7CDE2D7FD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 flipH="1">
            <a:off x="954000" y="3580935"/>
            <a:ext cx="51674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24" name="Picture Placeholder 61">
            <a:extLst>
              <a:ext uri="{FF2B5EF4-FFF2-40B4-BE49-F238E27FC236}">
                <a16:creationId xmlns:a16="http://schemas.microsoft.com/office/drawing/2014/main" id="{211190FE-10D3-D267-BA46-C2BF5F58872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 flipH="1">
            <a:off x="954000" y="2651575"/>
            <a:ext cx="51674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AD7174FA-4813-D575-D867-BCCBB51F16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78000" y="2788375"/>
            <a:ext cx="414526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Project Name: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FD0D1685-58AD-A9AB-F253-FD365C1DACF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78000" y="3715901"/>
            <a:ext cx="414526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Project Manager:</a:t>
            </a:r>
          </a:p>
        </p:txBody>
      </p:sp>
      <p:sp>
        <p:nvSpPr>
          <p:cNvPr id="42" name="Text Placeholder 30">
            <a:extLst>
              <a:ext uri="{FF2B5EF4-FFF2-40B4-BE49-F238E27FC236}">
                <a16:creationId xmlns:a16="http://schemas.microsoft.com/office/drawing/2014/main" id="{2B11F4C0-6B61-E209-2FE0-0120BDDF2C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78000" y="4639054"/>
            <a:ext cx="414526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Project Code:</a:t>
            </a:r>
          </a:p>
        </p:txBody>
      </p:sp>
      <p:sp>
        <p:nvSpPr>
          <p:cNvPr id="51" name="Text Placeholder 30">
            <a:extLst>
              <a:ext uri="{FF2B5EF4-FFF2-40B4-BE49-F238E27FC236}">
                <a16:creationId xmlns:a16="http://schemas.microsoft.com/office/drawing/2014/main" id="{BB80A5C4-A418-A620-7E72-EC35605C023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78000" y="5569851"/>
            <a:ext cx="414526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Date of Status Entry:</a:t>
            </a:r>
          </a:p>
        </p:txBody>
      </p:sp>
      <p:sp>
        <p:nvSpPr>
          <p:cNvPr id="52" name="Picture Placeholder 61">
            <a:extLst>
              <a:ext uri="{FF2B5EF4-FFF2-40B4-BE49-F238E27FC236}">
                <a16:creationId xmlns:a16="http://schemas.microsoft.com/office/drawing/2014/main" id="{3DEE11C1-1289-D538-0152-ED94D607F20E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 flipH="1">
            <a:off x="954000" y="6345735"/>
            <a:ext cx="51674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54" name="Text Placeholder 30">
            <a:extLst>
              <a:ext uri="{FF2B5EF4-FFF2-40B4-BE49-F238E27FC236}">
                <a16:creationId xmlns:a16="http://schemas.microsoft.com/office/drawing/2014/main" id="{4D6C6277-9BDD-193C-4096-9E860308B8C6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278000" y="6480701"/>
            <a:ext cx="414526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Period </a:t>
            </a:r>
            <a:r>
              <a:rPr lang="en-GB" dirty="0" err="1"/>
              <a:t>Conveil</a:t>
            </a:r>
            <a:r>
              <a:rPr lang="en-GB" dirty="0"/>
              <a:t>:</a:t>
            </a:r>
          </a:p>
        </p:txBody>
      </p:sp>
      <p:sp>
        <p:nvSpPr>
          <p:cNvPr id="55" name="Picture Placeholder 59">
            <a:extLst>
              <a:ext uri="{FF2B5EF4-FFF2-40B4-BE49-F238E27FC236}">
                <a16:creationId xmlns:a16="http://schemas.microsoft.com/office/drawing/2014/main" id="{AADEB30B-2DAE-CF74-580F-E0FADD314093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6445399" y="3569575"/>
            <a:ext cx="1088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56" name="Picture Placeholder 59">
            <a:extLst>
              <a:ext uri="{FF2B5EF4-FFF2-40B4-BE49-F238E27FC236}">
                <a16:creationId xmlns:a16="http://schemas.microsoft.com/office/drawing/2014/main" id="{56A59BE9-056F-1DF1-7942-A28117957EFB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6445400" y="2650857"/>
            <a:ext cx="1088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58" name="Text Placeholder 30">
            <a:extLst>
              <a:ext uri="{FF2B5EF4-FFF2-40B4-BE49-F238E27FC236}">
                <a16:creationId xmlns:a16="http://schemas.microsoft.com/office/drawing/2014/main" id="{A746F899-5A85-90FE-BDDF-E40F4DE51286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 flipH="1">
            <a:off x="6647386" y="2790095"/>
            <a:ext cx="8217058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0" name="Text Placeholder 30">
            <a:extLst>
              <a:ext uri="{FF2B5EF4-FFF2-40B4-BE49-F238E27FC236}">
                <a16:creationId xmlns:a16="http://schemas.microsoft.com/office/drawing/2014/main" id="{AB1A70F4-3C52-B55F-2C91-178C921575A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 flipH="1">
            <a:off x="6647385" y="3723340"/>
            <a:ext cx="8217058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1" name="Picture Placeholder 59">
            <a:extLst>
              <a:ext uri="{FF2B5EF4-FFF2-40B4-BE49-F238E27FC236}">
                <a16:creationId xmlns:a16="http://schemas.microsoft.com/office/drawing/2014/main" id="{68D6D8E6-C68D-5D1B-173E-DC5E77B1530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6445398" y="5418321"/>
            <a:ext cx="1088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2" name="Picture Placeholder 59">
            <a:extLst>
              <a:ext uri="{FF2B5EF4-FFF2-40B4-BE49-F238E27FC236}">
                <a16:creationId xmlns:a16="http://schemas.microsoft.com/office/drawing/2014/main" id="{89C0D8FC-7E18-B2F7-5C1D-94B81F38F8CA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6445398" y="4502535"/>
            <a:ext cx="1088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3" name="Text Placeholder 30">
            <a:extLst>
              <a:ext uri="{FF2B5EF4-FFF2-40B4-BE49-F238E27FC236}">
                <a16:creationId xmlns:a16="http://schemas.microsoft.com/office/drawing/2014/main" id="{5A5F9D0D-CE06-9C25-845B-1A75B14913A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 flipH="1">
            <a:off x="6647384" y="4641773"/>
            <a:ext cx="8217058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4" name="Text Placeholder 30">
            <a:extLst>
              <a:ext uri="{FF2B5EF4-FFF2-40B4-BE49-F238E27FC236}">
                <a16:creationId xmlns:a16="http://schemas.microsoft.com/office/drawing/2014/main" id="{215C9821-42EB-2046-7668-C7EC0DA09C29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 flipH="1">
            <a:off x="6647384" y="5573669"/>
            <a:ext cx="8217058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6" name="Picture Placeholder 59">
            <a:extLst>
              <a:ext uri="{FF2B5EF4-FFF2-40B4-BE49-F238E27FC236}">
                <a16:creationId xmlns:a16="http://schemas.microsoft.com/office/drawing/2014/main" id="{9169CA3D-D23B-7699-8081-068BAADCE5F8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6445398" y="6345735"/>
            <a:ext cx="1088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7" name="Text Placeholder 30">
            <a:extLst>
              <a:ext uri="{FF2B5EF4-FFF2-40B4-BE49-F238E27FC236}">
                <a16:creationId xmlns:a16="http://schemas.microsoft.com/office/drawing/2014/main" id="{235E8D43-EA16-95AD-4430-839B4BF287D4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 flipH="1">
            <a:off x="6647384" y="6484973"/>
            <a:ext cx="8217058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9" name="Title 1">
            <a:extLst>
              <a:ext uri="{FF2B5EF4-FFF2-40B4-BE49-F238E27FC236}">
                <a16:creationId xmlns:a16="http://schemas.microsoft.com/office/drawing/2014/main" id="{ED035149-8CF7-C7AA-9C7A-8818846C6D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0" y="1302428"/>
            <a:ext cx="7851600" cy="581698"/>
          </a:xfrm>
        </p:spPr>
        <p:txBody>
          <a:bodyPr/>
          <a:lstStyle/>
          <a:p>
            <a:r>
              <a:rPr lang="en-GB" dirty="0"/>
              <a:t>Status Update </a:t>
            </a:r>
            <a:endParaRPr lang="en-DE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B1BE41F-0395-A189-BAC9-7A2F3F1084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570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IconList_SingleColumn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icture Placeholder 59">
            <a:extLst>
              <a:ext uri="{FF2B5EF4-FFF2-40B4-BE49-F238E27FC236}">
                <a16:creationId xmlns:a16="http://schemas.microsoft.com/office/drawing/2014/main" id="{DB72F2E6-5211-B440-F6D7-EBC61DEBAD44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 flipH="1">
            <a:off x="892098" y="7203600"/>
            <a:ext cx="16066971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5" name="Picture Placeholder 61">
            <a:extLst>
              <a:ext uri="{FF2B5EF4-FFF2-40B4-BE49-F238E27FC236}">
                <a16:creationId xmlns:a16="http://schemas.microsoft.com/office/drawing/2014/main" id="{BEC6EDD6-99C1-5EA4-1A4B-D271B4442D16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 flipH="1">
            <a:off x="892097" y="6282000"/>
            <a:ext cx="16067494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6" name="Picture Placeholder 61">
            <a:extLst>
              <a:ext uri="{FF2B5EF4-FFF2-40B4-BE49-F238E27FC236}">
                <a16:creationId xmlns:a16="http://schemas.microsoft.com/office/drawing/2014/main" id="{BC40674E-A019-D22F-5455-E23E819F691F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 flipH="1" flipV="1">
            <a:off x="892097" y="5360400"/>
            <a:ext cx="16067496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4" name="Picture Placeholder 61">
            <a:extLst>
              <a:ext uri="{FF2B5EF4-FFF2-40B4-BE49-F238E27FC236}">
                <a16:creationId xmlns:a16="http://schemas.microsoft.com/office/drawing/2014/main" id="{9A0F7FBE-A1B0-B17E-095E-3E2FBA68515E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 flipH="1">
            <a:off x="892097" y="4438800"/>
            <a:ext cx="16067498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28E9F379-C7AA-03CB-4F5E-F4A67600309D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 flipH="1">
            <a:off x="892098" y="3517200"/>
            <a:ext cx="160674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0" name="Picture Placeholder 59">
            <a:extLst>
              <a:ext uri="{FF2B5EF4-FFF2-40B4-BE49-F238E27FC236}">
                <a16:creationId xmlns:a16="http://schemas.microsoft.com/office/drawing/2014/main" id="{0D8FE452-F99F-1EDB-19B6-FB197DCDFA0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 flipH="1">
            <a:off x="892627" y="2662238"/>
            <a:ext cx="16066971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9A0AA196-2D2E-595C-16B6-7C778BABB61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328401" y="2762471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4" name="Text Placeholder 30">
            <a:extLst>
              <a:ext uri="{FF2B5EF4-FFF2-40B4-BE49-F238E27FC236}">
                <a16:creationId xmlns:a16="http://schemas.microsoft.com/office/drawing/2014/main" id="{10DC7A61-7AE4-6D2B-FC18-214FC02235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92401" y="2801436"/>
            <a:ext cx="14400000" cy="459272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009C0FCD-0FCD-0C10-42F8-B084436F314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328400" y="3625701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B07AB59A-6FF6-3F8F-F3F5-1B00719696F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92399" y="3658069"/>
            <a:ext cx="1440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17" name="Picture Placeholder 19">
            <a:extLst>
              <a:ext uri="{FF2B5EF4-FFF2-40B4-BE49-F238E27FC236}">
                <a16:creationId xmlns:a16="http://schemas.microsoft.com/office/drawing/2014/main" id="{24ED34FE-D086-B639-1340-86F64B4B3F6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328400" y="4547448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B09CDD19-6087-1EC9-01F6-F4E07CF02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192399" y="4573766"/>
            <a:ext cx="1440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713B3413-AE83-25FA-3821-BC711C322B9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328400" y="5462803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AD44AD0D-41C3-B0D2-B8BB-E2770E233C1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192399" y="5496919"/>
            <a:ext cx="1440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24" name="Picture Placeholder 19">
            <a:extLst>
              <a:ext uri="{FF2B5EF4-FFF2-40B4-BE49-F238E27FC236}">
                <a16:creationId xmlns:a16="http://schemas.microsoft.com/office/drawing/2014/main" id="{2D81F39E-2B26-3A96-0924-10230F92B8B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328400" y="6389825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85CEF171-6DA3-3705-C92B-62AEBE4EC31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192399" y="6427716"/>
            <a:ext cx="1440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27" name="Picture Placeholder 19">
            <a:extLst>
              <a:ext uri="{FF2B5EF4-FFF2-40B4-BE49-F238E27FC236}">
                <a16:creationId xmlns:a16="http://schemas.microsoft.com/office/drawing/2014/main" id="{E46ADC83-7A1F-F98B-07C6-0600DC41F4C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328400" y="7312121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61A02F5D-F863-02B0-1F68-46BBB1700F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192402" y="7343189"/>
            <a:ext cx="1440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109AD9D-5F95-1227-70C3-C5A16017E4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702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IconList_TwoColumns_2">
    <p:bg>
      <p:bgPr>
        <a:gradFill>
          <a:gsLst>
            <a:gs pos="21000">
              <a:srgbClr val="101018"/>
            </a:gs>
            <a:gs pos="0">
              <a:srgbClr val="1B1E21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icture Placeholder 61">
            <a:extLst>
              <a:ext uri="{FF2B5EF4-FFF2-40B4-BE49-F238E27FC236}">
                <a16:creationId xmlns:a16="http://schemas.microsoft.com/office/drawing/2014/main" id="{0DA142CE-B627-2CAE-B026-9D24BDB15DC1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 flipH="1">
            <a:off x="10738270" y="6280238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76" name="Picture Placeholder 61">
            <a:extLst>
              <a:ext uri="{FF2B5EF4-FFF2-40B4-BE49-F238E27FC236}">
                <a16:creationId xmlns:a16="http://schemas.microsoft.com/office/drawing/2014/main" id="{4886DDC5-2364-CC91-6FDD-16C3D296CBEA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 flipH="1" flipV="1">
            <a:off x="10738270" y="5358638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77" name="Picture Placeholder 61">
            <a:extLst>
              <a:ext uri="{FF2B5EF4-FFF2-40B4-BE49-F238E27FC236}">
                <a16:creationId xmlns:a16="http://schemas.microsoft.com/office/drawing/2014/main" id="{6F4DD588-15FA-60C7-32FC-4607267499A2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 flipH="1">
            <a:off x="10738270" y="4437038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78" name="Picture Placeholder 61">
            <a:extLst>
              <a:ext uri="{FF2B5EF4-FFF2-40B4-BE49-F238E27FC236}">
                <a16:creationId xmlns:a16="http://schemas.microsoft.com/office/drawing/2014/main" id="{9D8CEC3F-96F0-AFFB-0F45-CB71AF52A7CC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 flipH="1">
            <a:off x="10738270" y="3515438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70" name="Picture Placeholder 59">
            <a:extLst>
              <a:ext uri="{FF2B5EF4-FFF2-40B4-BE49-F238E27FC236}">
                <a16:creationId xmlns:a16="http://schemas.microsoft.com/office/drawing/2014/main" id="{16495656-1A5D-EA5C-F772-A4F7817E7AC0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 flipH="1">
            <a:off x="9763200" y="2662238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5" name="Picture Placeholder 61">
            <a:extLst>
              <a:ext uri="{FF2B5EF4-FFF2-40B4-BE49-F238E27FC236}">
                <a16:creationId xmlns:a16="http://schemas.microsoft.com/office/drawing/2014/main" id="{BEC6EDD6-99C1-5EA4-1A4B-D271B4442D16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 flipH="1">
            <a:off x="1868400" y="62820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6" name="Picture Placeholder 61">
            <a:extLst>
              <a:ext uri="{FF2B5EF4-FFF2-40B4-BE49-F238E27FC236}">
                <a16:creationId xmlns:a16="http://schemas.microsoft.com/office/drawing/2014/main" id="{BC40674E-A019-D22F-5455-E23E819F691F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 flipH="1" flipV="1">
            <a:off x="1868400" y="53604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4" name="Picture Placeholder 61">
            <a:extLst>
              <a:ext uri="{FF2B5EF4-FFF2-40B4-BE49-F238E27FC236}">
                <a16:creationId xmlns:a16="http://schemas.microsoft.com/office/drawing/2014/main" id="{9A0F7FBE-A1B0-B17E-095E-3E2FBA68515E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 flipH="1">
            <a:off x="1868400" y="44388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28E9F379-C7AA-03CB-4F5E-F4A67600309D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 flipH="1">
            <a:off x="1868400" y="35172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0" name="Picture Placeholder 59">
            <a:extLst>
              <a:ext uri="{FF2B5EF4-FFF2-40B4-BE49-F238E27FC236}">
                <a16:creationId xmlns:a16="http://schemas.microsoft.com/office/drawing/2014/main" id="{0D8FE452-F99F-1EDB-19B6-FB197DCDFA0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 flipH="1">
            <a:off x="892628" y="2662238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9A0AA196-2D2E-595C-16B6-7C778BABB61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328401" y="2762471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4" name="Text Placeholder 30">
            <a:extLst>
              <a:ext uri="{FF2B5EF4-FFF2-40B4-BE49-F238E27FC236}">
                <a16:creationId xmlns:a16="http://schemas.microsoft.com/office/drawing/2014/main" id="{10DC7A61-7AE4-6D2B-FC18-214FC02235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92403" y="2801435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009C0FCD-0FCD-0C10-42F8-B084436F314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192403" y="3625701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B07AB59A-6FF6-3F8F-F3F5-1B00719696F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23652" y="3658069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17" name="Picture Placeholder 19">
            <a:extLst>
              <a:ext uri="{FF2B5EF4-FFF2-40B4-BE49-F238E27FC236}">
                <a16:creationId xmlns:a16="http://schemas.microsoft.com/office/drawing/2014/main" id="{24ED34FE-D086-B639-1340-86F64B4B3F6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192403" y="4547448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B09CDD19-6087-1EC9-01F6-F4E07CF02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20403" y="4573766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713B3413-AE83-25FA-3821-BC711C322B9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192403" y="5462803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AD44AD0D-41C3-B0D2-B8BB-E2770E233C1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020403" y="5496919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24" name="Picture Placeholder 19">
            <a:extLst>
              <a:ext uri="{FF2B5EF4-FFF2-40B4-BE49-F238E27FC236}">
                <a16:creationId xmlns:a16="http://schemas.microsoft.com/office/drawing/2014/main" id="{2D81F39E-2B26-3A96-0924-10230F92B8B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192403" y="6389825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85CEF171-6DA3-3705-C92B-62AEBE4EC31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020402" y="6427716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35" name="Picture Placeholder 19">
            <a:extLst>
              <a:ext uri="{FF2B5EF4-FFF2-40B4-BE49-F238E27FC236}">
                <a16:creationId xmlns:a16="http://schemas.microsoft.com/office/drawing/2014/main" id="{DA1A5094-B6F8-B368-A1D4-6FBFA8B647A6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 flipH="1">
            <a:off x="10198270" y="2760709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11ABC4BE-51EB-E80F-1F2B-33BFC0F6AA4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flipH="1">
            <a:off x="11062272" y="2799673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</a:t>
            </a:r>
            <a:r>
              <a:rPr lang="en-GB" dirty="0" err="1"/>
              <a:t>Maste</a:t>
            </a:r>
            <a:r>
              <a:rPr lang="en-GB" dirty="0"/>
              <a:t> text styles</a:t>
            </a:r>
          </a:p>
        </p:txBody>
      </p:sp>
      <p:sp>
        <p:nvSpPr>
          <p:cNvPr id="38" name="Picture Placeholder 19">
            <a:extLst>
              <a:ext uri="{FF2B5EF4-FFF2-40B4-BE49-F238E27FC236}">
                <a16:creationId xmlns:a16="http://schemas.microsoft.com/office/drawing/2014/main" id="{F7175CA6-59FC-E1E9-40C9-5429A32BCE2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 flipH="1">
            <a:off x="11062272" y="3623939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39" name="Text Placeholder 30">
            <a:extLst>
              <a:ext uri="{FF2B5EF4-FFF2-40B4-BE49-F238E27FC236}">
                <a16:creationId xmlns:a16="http://schemas.microsoft.com/office/drawing/2014/main" id="{DB3E0848-7A5C-7FAD-2339-E9B9432F8E0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 flipH="1">
            <a:off x="11890272" y="3655704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41" name="Picture Placeholder 19">
            <a:extLst>
              <a:ext uri="{FF2B5EF4-FFF2-40B4-BE49-F238E27FC236}">
                <a16:creationId xmlns:a16="http://schemas.microsoft.com/office/drawing/2014/main" id="{AE8BA26A-4B8B-2492-0E91-E9206258206E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 flipH="1">
            <a:off x="11062272" y="4543350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42" name="Text Placeholder 30">
            <a:extLst>
              <a:ext uri="{FF2B5EF4-FFF2-40B4-BE49-F238E27FC236}">
                <a16:creationId xmlns:a16="http://schemas.microsoft.com/office/drawing/2014/main" id="{06A3417D-D48B-FF4C-38F7-3B20FB64DF5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 flipH="1">
            <a:off x="11890272" y="4575115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44" name="Picture Placeholder 19">
            <a:extLst>
              <a:ext uri="{FF2B5EF4-FFF2-40B4-BE49-F238E27FC236}">
                <a16:creationId xmlns:a16="http://schemas.microsoft.com/office/drawing/2014/main" id="{7F7A228A-FC17-91EC-CEEC-3B3F2CAD191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 flipH="1">
            <a:off x="11062272" y="5456359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45" name="Text Placeholder 30">
            <a:extLst>
              <a:ext uri="{FF2B5EF4-FFF2-40B4-BE49-F238E27FC236}">
                <a16:creationId xmlns:a16="http://schemas.microsoft.com/office/drawing/2014/main" id="{2EB582BC-DCE9-E202-BC80-9BE24F67AA9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 flipH="1">
            <a:off x="11890272" y="5488124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47" name="Picture Placeholder 19">
            <a:extLst>
              <a:ext uri="{FF2B5EF4-FFF2-40B4-BE49-F238E27FC236}">
                <a16:creationId xmlns:a16="http://schemas.microsoft.com/office/drawing/2014/main" id="{015F9753-24CE-D6FB-F61A-FD497631F5CE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 flipH="1">
            <a:off x="11062272" y="6382202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48" name="Text Placeholder 30">
            <a:extLst>
              <a:ext uri="{FF2B5EF4-FFF2-40B4-BE49-F238E27FC236}">
                <a16:creationId xmlns:a16="http://schemas.microsoft.com/office/drawing/2014/main" id="{3C15B715-D8F5-F34A-236E-0571745F87A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flipH="1">
            <a:off x="11890272" y="6413967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6" name="Picture Placeholder 61">
            <a:extLst>
              <a:ext uri="{FF2B5EF4-FFF2-40B4-BE49-F238E27FC236}">
                <a16:creationId xmlns:a16="http://schemas.microsoft.com/office/drawing/2014/main" id="{EDB4088E-9739-0F09-92F9-1EE8C23619A7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 flipH="1">
            <a:off x="1868400" y="72036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383AF658-7B17-727F-0F43-D780C1163333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2192403" y="7312248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3C453EC6-D77A-6679-F366-534A8E21DCBB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020403" y="7338566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16" name="Picture Placeholder 61">
            <a:extLst>
              <a:ext uri="{FF2B5EF4-FFF2-40B4-BE49-F238E27FC236}">
                <a16:creationId xmlns:a16="http://schemas.microsoft.com/office/drawing/2014/main" id="{CB2D186A-5BA0-D96B-A855-6DF17FB182D7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 flipH="1">
            <a:off x="10738270" y="72036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19" name="Picture Placeholder 19">
            <a:extLst>
              <a:ext uri="{FF2B5EF4-FFF2-40B4-BE49-F238E27FC236}">
                <a16:creationId xmlns:a16="http://schemas.microsoft.com/office/drawing/2014/main" id="{8A43A854-604A-588F-37AA-2AB0E8C68736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1062273" y="7312248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97A0874A-2F9C-78EC-CD5B-F902171B9DEE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1890273" y="7338566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0C68715-7FE3-7833-499B-1791E7317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8595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IconList_TwoColumns_3">
    <p:bg>
      <p:bgPr>
        <a:gradFill>
          <a:gsLst>
            <a:gs pos="21000">
              <a:srgbClr val="101018"/>
            </a:gs>
            <a:gs pos="0">
              <a:srgbClr val="1B1E21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icture Placeholder 59">
            <a:extLst>
              <a:ext uri="{FF2B5EF4-FFF2-40B4-BE49-F238E27FC236}">
                <a16:creationId xmlns:a16="http://schemas.microsoft.com/office/drawing/2014/main" id="{DB72F2E6-5211-B440-F6D7-EBC61DEBAD44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 flipH="1">
            <a:off x="892099" y="7203600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0" name="Picture Placeholder 59">
            <a:extLst>
              <a:ext uri="{FF2B5EF4-FFF2-40B4-BE49-F238E27FC236}">
                <a16:creationId xmlns:a16="http://schemas.microsoft.com/office/drawing/2014/main" id="{0D8FE452-F99F-1EDB-19B6-FB197DCDFA0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 flipH="1">
            <a:off x="892628" y="2662238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9A0AA196-2D2E-595C-16B6-7C778BABB61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328401" y="2762471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4" name="Text Placeholder 30">
            <a:extLst>
              <a:ext uri="{FF2B5EF4-FFF2-40B4-BE49-F238E27FC236}">
                <a16:creationId xmlns:a16="http://schemas.microsoft.com/office/drawing/2014/main" id="{10DC7A61-7AE4-6D2B-FC18-214FC02235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92403" y="2801435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Picture Placeholder 19">
            <a:extLst>
              <a:ext uri="{FF2B5EF4-FFF2-40B4-BE49-F238E27FC236}">
                <a16:creationId xmlns:a16="http://schemas.microsoft.com/office/drawing/2014/main" id="{E46ADC83-7A1F-F98B-07C6-0600DC41F4C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328400" y="7312121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61A02F5D-F863-02B0-1F68-46BBB1700F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192402" y="7343189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Picture Placeholder 59">
            <a:extLst>
              <a:ext uri="{FF2B5EF4-FFF2-40B4-BE49-F238E27FC236}">
                <a16:creationId xmlns:a16="http://schemas.microsoft.com/office/drawing/2014/main" id="{BACC7A19-D462-EB96-26CB-2046C47467F2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 flipH="1">
            <a:off x="892099" y="4453485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5" name="Picture Placeholder 59">
            <a:extLst>
              <a:ext uri="{FF2B5EF4-FFF2-40B4-BE49-F238E27FC236}">
                <a16:creationId xmlns:a16="http://schemas.microsoft.com/office/drawing/2014/main" id="{6F8EE43B-2E8F-8615-E39E-302CFB33F076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 flipH="1">
            <a:off x="892099" y="3557085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DE316662-6CF8-4A75-D332-6C31A2C951E4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1328400" y="3665606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C290B523-58E9-4294-7FDC-1AF3DF63EDAD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2192402" y="3696674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3FF60A2E-FE19-FF29-43D2-2211C34061DC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328400" y="4561310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10" name="Text Placeholder 30">
            <a:extLst>
              <a:ext uri="{FF2B5EF4-FFF2-40B4-BE49-F238E27FC236}">
                <a16:creationId xmlns:a16="http://schemas.microsoft.com/office/drawing/2014/main" id="{5010D9B5-E901-FF6B-071A-466E8A2AF8F6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192402" y="4593074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Picture Placeholder 59">
            <a:extLst>
              <a:ext uri="{FF2B5EF4-FFF2-40B4-BE49-F238E27FC236}">
                <a16:creationId xmlns:a16="http://schemas.microsoft.com/office/drawing/2014/main" id="{AA590CF3-9EEF-2C47-E6D2-A3C9C86C59D7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 flipH="1">
            <a:off x="892099" y="6290707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14" name="Picture Placeholder 59">
            <a:extLst>
              <a:ext uri="{FF2B5EF4-FFF2-40B4-BE49-F238E27FC236}">
                <a16:creationId xmlns:a16="http://schemas.microsoft.com/office/drawing/2014/main" id="{64ADC68B-9E96-4EA8-620C-8F97D250CE61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 flipH="1">
            <a:off x="892099" y="5394307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D81209B2-F17F-67D0-EDF3-80980728FD96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1328400" y="5502828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9FD3291A-94FA-59D9-4850-7965F2A2C17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2192402" y="5533896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Picture Placeholder 19">
            <a:extLst>
              <a:ext uri="{FF2B5EF4-FFF2-40B4-BE49-F238E27FC236}">
                <a16:creationId xmlns:a16="http://schemas.microsoft.com/office/drawing/2014/main" id="{1FE80B29-CF5C-B751-F6BF-5CC70A4DB6FE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1328400" y="6398532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F38F5CC7-AD4B-BC1B-8EC9-12DE3175A6A7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>
          <a:xfrm>
            <a:off x="2192402" y="6430296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59">
            <a:extLst>
              <a:ext uri="{FF2B5EF4-FFF2-40B4-BE49-F238E27FC236}">
                <a16:creationId xmlns:a16="http://schemas.microsoft.com/office/drawing/2014/main" id="{B789963A-057D-492B-C135-17110F7128A7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 flipH="1">
            <a:off x="9762674" y="7203600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29" name="Picture Placeholder 59">
            <a:extLst>
              <a:ext uri="{FF2B5EF4-FFF2-40B4-BE49-F238E27FC236}">
                <a16:creationId xmlns:a16="http://schemas.microsoft.com/office/drawing/2014/main" id="{450C34BF-8A74-5E05-DCE2-04FB9AA47291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 flipH="1">
            <a:off x="9763203" y="2662238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31" name="Picture Placeholder 19">
            <a:extLst>
              <a:ext uri="{FF2B5EF4-FFF2-40B4-BE49-F238E27FC236}">
                <a16:creationId xmlns:a16="http://schemas.microsoft.com/office/drawing/2014/main" id="{D34B659B-C37D-1A49-CBE3-CBCAE6E6C85A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10198976" y="2762471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27139F38-5095-C98C-6912-F1EFF9556067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>
          <a:xfrm>
            <a:off x="11062978" y="2801435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Picture Placeholder 19">
            <a:extLst>
              <a:ext uri="{FF2B5EF4-FFF2-40B4-BE49-F238E27FC236}">
                <a16:creationId xmlns:a16="http://schemas.microsoft.com/office/drawing/2014/main" id="{8A5249B4-A536-F915-B1AF-9FBBE55E97CC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10198975" y="7312121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37" name="Text Placeholder 30">
            <a:extLst>
              <a:ext uri="{FF2B5EF4-FFF2-40B4-BE49-F238E27FC236}">
                <a16:creationId xmlns:a16="http://schemas.microsoft.com/office/drawing/2014/main" id="{9670EEE9-08F1-C8E6-237E-FA058B2DC8E9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>
          <a:xfrm>
            <a:off x="11062977" y="7343189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6" name="Picture Placeholder 59">
            <a:extLst>
              <a:ext uri="{FF2B5EF4-FFF2-40B4-BE49-F238E27FC236}">
                <a16:creationId xmlns:a16="http://schemas.microsoft.com/office/drawing/2014/main" id="{1C28ACE3-5760-42A5-43FE-714E698A3BF3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 flipH="1">
            <a:off x="9762674" y="4453485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49" name="Picture Placeholder 59">
            <a:extLst>
              <a:ext uri="{FF2B5EF4-FFF2-40B4-BE49-F238E27FC236}">
                <a16:creationId xmlns:a16="http://schemas.microsoft.com/office/drawing/2014/main" id="{30E022FF-D98A-1578-0DDA-F22864D55131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 flipH="1">
            <a:off x="9762674" y="3557085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52" name="Picture Placeholder 19">
            <a:extLst>
              <a:ext uri="{FF2B5EF4-FFF2-40B4-BE49-F238E27FC236}">
                <a16:creationId xmlns:a16="http://schemas.microsoft.com/office/drawing/2014/main" id="{CE6081C6-076E-6ECB-8849-63A63938E565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10198975" y="3665606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55" name="Text Placeholder 30">
            <a:extLst>
              <a:ext uri="{FF2B5EF4-FFF2-40B4-BE49-F238E27FC236}">
                <a16:creationId xmlns:a16="http://schemas.microsoft.com/office/drawing/2014/main" id="{3F48FBF0-90A5-1BFE-F48F-8C668E57277A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>
          <a:xfrm>
            <a:off x="11062977" y="3696674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6" name="Picture Placeholder 19">
            <a:extLst>
              <a:ext uri="{FF2B5EF4-FFF2-40B4-BE49-F238E27FC236}">
                <a16:creationId xmlns:a16="http://schemas.microsoft.com/office/drawing/2014/main" id="{672A5A8C-8E75-70DE-78E5-57016A4983D1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10198975" y="4561310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57" name="Text Placeholder 30">
            <a:extLst>
              <a:ext uri="{FF2B5EF4-FFF2-40B4-BE49-F238E27FC236}">
                <a16:creationId xmlns:a16="http://schemas.microsoft.com/office/drawing/2014/main" id="{07720C25-25B7-66EA-4D2C-E0FDDC39AB23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>
          <a:xfrm>
            <a:off x="11062977" y="4593074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8" name="Picture Placeholder 59">
            <a:extLst>
              <a:ext uri="{FF2B5EF4-FFF2-40B4-BE49-F238E27FC236}">
                <a16:creationId xmlns:a16="http://schemas.microsoft.com/office/drawing/2014/main" id="{9BCDEE20-3A38-90AB-AB08-FA94FDA41A72}"/>
              </a:ext>
            </a:extLst>
          </p:cNvPr>
          <p:cNvSpPr>
            <a:spLocks noGrp="1"/>
          </p:cNvSpPr>
          <p:nvPr>
            <p:ph type="pic" sz="quarter" idx="87" hasCustomPrompt="1"/>
          </p:nvPr>
        </p:nvSpPr>
        <p:spPr>
          <a:xfrm flipH="1">
            <a:off x="9762674" y="6290707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59" name="Picture Placeholder 59">
            <a:extLst>
              <a:ext uri="{FF2B5EF4-FFF2-40B4-BE49-F238E27FC236}">
                <a16:creationId xmlns:a16="http://schemas.microsoft.com/office/drawing/2014/main" id="{67673779-044A-1443-A262-C991B79286F9}"/>
              </a:ext>
            </a:extLst>
          </p:cNvPr>
          <p:cNvSpPr>
            <a:spLocks noGrp="1"/>
          </p:cNvSpPr>
          <p:nvPr>
            <p:ph type="pic" sz="quarter" idx="88" hasCustomPrompt="1"/>
          </p:nvPr>
        </p:nvSpPr>
        <p:spPr>
          <a:xfrm flipH="1">
            <a:off x="9762674" y="5394307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1" name="Picture Placeholder 19">
            <a:extLst>
              <a:ext uri="{FF2B5EF4-FFF2-40B4-BE49-F238E27FC236}">
                <a16:creationId xmlns:a16="http://schemas.microsoft.com/office/drawing/2014/main" id="{300242C4-B04C-C50C-4960-6EDC0A5F8F19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10198975" y="5502828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63" name="Text Placeholder 30">
            <a:extLst>
              <a:ext uri="{FF2B5EF4-FFF2-40B4-BE49-F238E27FC236}">
                <a16:creationId xmlns:a16="http://schemas.microsoft.com/office/drawing/2014/main" id="{7A3993B0-DB20-204B-898A-6DAD59EFB2CD}"/>
              </a:ext>
            </a:extLst>
          </p:cNvPr>
          <p:cNvSpPr>
            <a:spLocks noGrp="1"/>
          </p:cNvSpPr>
          <p:nvPr>
            <p:ph type="body" sz="quarter" idx="90"/>
          </p:nvPr>
        </p:nvSpPr>
        <p:spPr>
          <a:xfrm>
            <a:off x="11062977" y="5533896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7" name="Picture Placeholder 19">
            <a:extLst>
              <a:ext uri="{FF2B5EF4-FFF2-40B4-BE49-F238E27FC236}">
                <a16:creationId xmlns:a16="http://schemas.microsoft.com/office/drawing/2014/main" id="{595AC4C2-FDB4-F30A-4EE8-96E047485E46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10198975" y="6398532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71" name="Text Placeholder 30">
            <a:extLst>
              <a:ext uri="{FF2B5EF4-FFF2-40B4-BE49-F238E27FC236}">
                <a16:creationId xmlns:a16="http://schemas.microsoft.com/office/drawing/2014/main" id="{FE272445-C6BF-E036-41F9-7464BBDA0AFA}"/>
              </a:ext>
            </a:extLst>
          </p:cNvPr>
          <p:cNvSpPr>
            <a:spLocks noGrp="1"/>
          </p:cNvSpPr>
          <p:nvPr>
            <p:ph type="body" sz="quarter" idx="92"/>
          </p:nvPr>
        </p:nvSpPr>
        <p:spPr>
          <a:xfrm>
            <a:off x="11062977" y="6430296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67882CB-6C63-5D18-8953-C5E69D79F8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6338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IconList_with_IMG_2">
    <p:bg>
      <p:bgPr>
        <a:gradFill>
          <a:gsLst>
            <a:gs pos="21000">
              <a:srgbClr val="101018"/>
            </a:gs>
            <a:gs pos="0">
              <a:srgbClr val="1B1E21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24809-B9F6-1A99-727C-A006C37A1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9" name="Picture Placeholder 59">
            <a:extLst>
              <a:ext uri="{FF2B5EF4-FFF2-40B4-BE49-F238E27FC236}">
                <a16:creationId xmlns:a16="http://schemas.microsoft.com/office/drawing/2014/main" id="{13524915-F82B-964C-D6A5-171E16F357B6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 flipH="1">
            <a:off x="900337" y="2662238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10" name="Picture Placeholder 19">
            <a:extLst>
              <a:ext uri="{FF2B5EF4-FFF2-40B4-BE49-F238E27FC236}">
                <a16:creationId xmlns:a16="http://schemas.microsoft.com/office/drawing/2014/main" id="{C9CEAC32-50D1-C3A6-B348-C2FF122E3D0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336110" y="2762471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4CE6F977-E2B5-40D2-D886-C083E0FAE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200112" y="2801435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37">
            <a:extLst>
              <a:ext uri="{FF2B5EF4-FFF2-40B4-BE49-F238E27FC236}">
                <a16:creationId xmlns:a16="http://schemas.microsoft.com/office/drawing/2014/main" id="{CD2AEA60-373F-3D8F-916E-142199B77986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9763200" y="2662238"/>
            <a:ext cx="8524800" cy="5401974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9" name="Picture Placeholder 59">
            <a:extLst>
              <a:ext uri="{FF2B5EF4-FFF2-40B4-BE49-F238E27FC236}">
                <a16:creationId xmlns:a16="http://schemas.microsoft.com/office/drawing/2014/main" id="{691B3BB5-3FB6-AEF4-5107-872B9C82F9F7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 flipH="1">
            <a:off x="892100" y="5442425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31" name="Picture Placeholder 19">
            <a:extLst>
              <a:ext uri="{FF2B5EF4-FFF2-40B4-BE49-F238E27FC236}">
                <a16:creationId xmlns:a16="http://schemas.microsoft.com/office/drawing/2014/main" id="{A8D06370-F10F-7A83-10AB-A613F8DF44DD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1328401" y="5550250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B60F1E65-5188-8C5E-E075-E032118D815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192403" y="5582014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Picture Placeholder 59">
            <a:extLst>
              <a:ext uri="{FF2B5EF4-FFF2-40B4-BE49-F238E27FC236}">
                <a16:creationId xmlns:a16="http://schemas.microsoft.com/office/drawing/2014/main" id="{BA6999C6-0571-9D82-7515-F2CE2D763DAC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 flipH="1">
            <a:off x="892100" y="6369154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37" name="Picture Placeholder 19">
            <a:extLst>
              <a:ext uri="{FF2B5EF4-FFF2-40B4-BE49-F238E27FC236}">
                <a16:creationId xmlns:a16="http://schemas.microsoft.com/office/drawing/2014/main" id="{230405DA-1992-0343-FA5E-50A48491FFA3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1328401" y="6476979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40" name="Text Placeholder 30">
            <a:extLst>
              <a:ext uri="{FF2B5EF4-FFF2-40B4-BE49-F238E27FC236}">
                <a16:creationId xmlns:a16="http://schemas.microsoft.com/office/drawing/2014/main" id="{CD16CBF9-B935-C5EE-1126-ABD9B9A0D468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2192403" y="6508743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Picture Placeholder 59">
            <a:extLst>
              <a:ext uri="{FF2B5EF4-FFF2-40B4-BE49-F238E27FC236}">
                <a16:creationId xmlns:a16="http://schemas.microsoft.com/office/drawing/2014/main" id="{E4C3275E-1F41-701D-8B3C-B7B469DC3B72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 flipH="1">
            <a:off x="899808" y="3588967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4C3517E1-F769-9336-200B-43D31246A0E5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1336109" y="3696792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74EECD11-3C36-4A76-F0E3-CF6873B9A7B4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2200111" y="3728556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Picture Placeholder 59">
            <a:extLst>
              <a:ext uri="{FF2B5EF4-FFF2-40B4-BE49-F238E27FC236}">
                <a16:creationId xmlns:a16="http://schemas.microsoft.com/office/drawing/2014/main" id="{89E45B30-0361-D52F-C6B3-EBC98E9C9FD3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 flipH="1">
            <a:off x="892100" y="4515696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E954DC79-6230-AA78-FD2A-667B8B6A9D75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1328401" y="4623521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CBC5074-6262-04E4-8F2A-6B20F658A008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2192403" y="4655285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Picture Placeholder 59">
            <a:extLst>
              <a:ext uri="{FF2B5EF4-FFF2-40B4-BE49-F238E27FC236}">
                <a16:creationId xmlns:a16="http://schemas.microsoft.com/office/drawing/2014/main" id="{0A53FC23-C95A-862B-5E9C-593014F1377E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 flipH="1">
            <a:off x="899808" y="7308562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25" name="Picture Placeholder 19">
            <a:extLst>
              <a:ext uri="{FF2B5EF4-FFF2-40B4-BE49-F238E27FC236}">
                <a16:creationId xmlns:a16="http://schemas.microsoft.com/office/drawing/2014/main" id="{ABC4FDED-760F-F0BA-D9A2-13743044D1A2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1336109" y="7416387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75FAC1C1-EBE2-2A74-B75B-8EE09496F8A3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2200111" y="7448151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FFB77A1-ACB1-49DC-8D94-3A311D7BAD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2878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IconList_with_IMG_3">
    <p:bg>
      <p:bgPr>
        <a:gradFill>
          <a:gsLst>
            <a:gs pos="21000">
              <a:srgbClr val="101018"/>
            </a:gs>
            <a:gs pos="0">
              <a:srgbClr val="1B1E21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24809-B9F6-1A99-727C-A006C37A1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5" name="Picture Placeholder 61">
            <a:extLst>
              <a:ext uri="{FF2B5EF4-FFF2-40B4-BE49-F238E27FC236}">
                <a16:creationId xmlns:a16="http://schemas.microsoft.com/office/drawing/2014/main" id="{060748FB-0636-5A50-6F74-C7A723224FA8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 flipH="1" flipV="1">
            <a:off x="1876109" y="53604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" name="Picture Placeholder 61">
            <a:extLst>
              <a:ext uri="{FF2B5EF4-FFF2-40B4-BE49-F238E27FC236}">
                <a16:creationId xmlns:a16="http://schemas.microsoft.com/office/drawing/2014/main" id="{145B007A-4141-1AF0-B9D9-133D7C89264F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 flipH="1">
            <a:off x="1876109" y="44388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8" name="Picture Placeholder 61">
            <a:extLst>
              <a:ext uri="{FF2B5EF4-FFF2-40B4-BE49-F238E27FC236}">
                <a16:creationId xmlns:a16="http://schemas.microsoft.com/office/drawing/2014/main" id="{6CC832A4-6FB5-BA76-81C5-0749E76BDBA5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 flipH="1">
            <a:off x="1876109" y="35172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9" name="Picture Placeholder 59">
            <a:extLst>
              <a:ext uri="{FF2B5EF4-FFF2-40B4-BE49-F238E27FC236}">
                <a16:creationId xmlns:a16="http://schemas.microsoft.com/office/drawing/2014/main" id="{13524915-F82B-964C-D6A5-171E16F357B6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 flipH="1">
            <a:off x="900337" y="2662238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10" name="Picture Placeholder 19">
            <a:extLst>
              <a:ext uri="{FF2B5EF4-FFF2-40B4-BE49-F238E27FC236}">
                <a16:creationId xmlns:a16="http://schemas.microsoft.com/office/drawing/2014/main" id="{C9CEAC32-50D1-C3A6-B348-C2FF122E3D0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336110" y="2762471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4CE6F977-E2B5-40D2-D886-C083E0FAE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200112" y="2801435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DCD33C98-84E4-AE0B-BC60-C8735727D7E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200112" y="3625701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FDE96F9C-9029-2FC1-BC89-EA76C939191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31361" y="3658069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16" name="Picture Placeholder 19">
            <a:extLst>
              <a:ext uri="{FF2B5EF4-FFF2-40B4-BE49-F238E27FC236}">
                <a16:creationId xmlns:a16="http://schemas.microsoft.com/office/drawing/2014/main" id="{3152020B-E1F6-F134-BD11-22CAEE13B86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200112" y="4547448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58CD1E21-439E-6914-068A-EAC7E11D9E1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28112" y="4573766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21" name="Picture Placeholder 19">
            <a:extLst>
              <a:ext uri="{FF2B5EF4-FFF2-40B4-BE49-F238E27FC236}">
                <a16:creationId xmlns:a16="http://schemas.microsoft.com/office/drawing/2014/main" id="{1AA2F339-8461-04C0-8C1A-3BC81E2EDE7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200112" y="5462803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E33803DB-BB3B-1679-301A-31616556080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028112" y="5496919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26" name="Picture Placeholder 37">
            <a:extLst>
              <a:ext uri="{FF2B5EF4-FFF2-40B4-BE49-F238E27FC236}">
                <a16:creationId xmlns:a16="http://schemas.microsoft.com/office/drawing/2014/main" id="{CD2AEA60-373F-3D8F-916E-142199B77986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9763200" y="2662238"/>
            <a:ext cx="8524800" cy="5297012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" name="Picture Placeholder 61">
            <a:extLst>
              <a:ext uri="{FF2B5EF4-FFF2-40B4-BE49-F238E27FC236}">
                <a16:creationId xmlns:a16="http://schemas.microsoft.com/office/drawing/2014/main" id="{9E84248E-2395-B621-6EAD-44C80A096383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 flipH="1" flipV="1">
            <a:off x="1876109" y="72036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4" name="Picture Placeholder 61">
            <a:extLst>
              <a:ext uri="{FF2B5EF4-FFF2-40B4-BE49-F238E27FC236}">
                <a16:creationId xmlns:a16="http://schemas.microsoft.com/office/drawing/2014/main" id="{29292FAE-172A-C535-E32D-AA9CD441D963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 flipH="1">
            <a:off x="1876109" y="62820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spc="140" baseline="0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A4A2B103-0E3A-1942-FEC8-3FD8E96D0431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2200112" y="6390648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23D22CC3-EABE-6BA2-6A26-6EC79FF0BEE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028112" y="6416966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FC2645DB-24BD-E2CB-CA85-FEA62406E898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2200112" y="7306003"/>
            <a:ext cx="540000" cy="540000"/>
          </a:xfrm>
          <a:noFill/>
        </p:spPr>
        <p:txBody>
          <a:bodyPr/>
          <a:lstStyle>
            <a:lvl1pPr>
              <a:defRPr spc="140" baseline="0"/>
            </a:lvl1pPr>
          </a:lstStyle>
          <a:p>
            <a:r>
              <a:rPr lang="en-DE" dirty="0"/>
              <a:t>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66800BD-0469-F0E6-9AEB-2EA6A9F5BF2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028112" y="7340119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711F3E22-57BF-9752-6334-D10BD274FC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6730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MemeSection_MemeSlide_1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63899-7A72-10F9-89FC-8DBF2C121E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Put your Meme Here for some Giggles</a:t>
            </a:r>
            <a:endParaRPr lang="en-DE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510EEED8-C972-5B24-8CDF-28406020B1C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46920" y="2880360"/>
            <a:ext cx="7491600" cy="5252328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214C4589-AEE4-06B5-7BDD-286951A8A9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92400" y="2880360"/>
            <a:ext cx="7851600" cy="5252328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1E9D3B1-4BE6-674E-B063-E03D05863C5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6939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Text_Image_1">
    <p:bg>
      <p:bgPr>
        <a:gradFill>
          <a:gsLst>
            <a:gs pos="21000">
              <a:srgbClr val="101018"/>
            </a:gs>
            <a:gs pos="0">
              <a:srgbClr val="1B1E21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24809-B9F6-1A99-727C-A006C37A1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6" name="Picture Placeholder 37">
            <a:extLst>
              <a:ext uri="{FF2B5EF4-FFF2-40B4-BE49-F238E27FC236}">
                <a16:creationId xmlns:a16="http://schemas.microsoft.com/office/drawing/2014/main" id="{CD2AEA60-373F-3D8F-916E-142199B77986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9763200" y="2662238"/>
            <a:ext cx="8524800" cy="5401974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61B1017-C8C4-D34C-D0CB-C8C8D7AD06A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1292225" y="2662238"/>
            <a:ext cx="7851775" cy="5401974"/>
          </a:xfrm>
        </p:spPr>
        <p:txBody>
          <a:bodyPr/>
          <a:lstStyle>
            <a:lvl1pPr>
              <a:defRPr spc="130"/>
            </a:lvl1pPr>
            <a:lvl2pPr>
              <a:defRPr spc="130"/>
            </a:lvl2pPr>
            <a:lvl3pPr>
              <a:defRPr spc="130"/>
            </a:lvl3pPr>
            <a:lvl4pPr>
              <a:defRPr spc="130"/>
            </a:lvl4pPr>
            <a:lvl5pPr>
              <a:defRPr spc="13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52C136C-0E1E-60CB-B64F-8410D4E8F0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9382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Text_Image_2">
    <p:bg>
      <p:bgPr>
        <a:gradFill>
          <a:gsLst>
            <a:gs pos="21000">
              <a:srgbClr val="101018"/>
            </a:gs>
            <a:gs pos="0">
              <a:srgbClr val="1B1E21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24809-B9F6-1A99-727C-A006C37A1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6" name="Picture Placeholder 37">
            <a:extLst>
              <a:ext uri="{FF2B5EF4-FFF2-40B4-BE49-F238E27FC236}">
                <a16:creationId xmlns:a16="http://schemas.microsoft.com/office/drawing/2014/main" id="{CD2AEA60-373F-3D8F-916E-142199B77986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10155600" y="-794"/>
            <a:ext cx="8132400" cy="9209088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4B2DBD02-945E-E659-A62E-EC8BE82EBB5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1292225" y="2662237"/>
            <a:ext cx="7851775" cy="4783591"/>
          </a:xfrm>
        </p:spPr>
        <p:txBody>
          <a:bodyPr/>
          <a:lstStyle>
            <a:lvl1pPr>
              <a:defRPr lang="en-GB" sz="2400" b="0" i="0" kern="1200" spc="13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GB" sz="2400" b="0" i="0" kern="1200" spc="13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GB" sz="2400" b="0" i="0" kern="1200" spc="13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GB" sz="2400" b="0" i="0" kern="1200" spc="13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DE" sz="2400" b="0" i="0" kern="1200" spc="13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684C7A-0917-91C8-6B04-C543091703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2399" y="7954717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9553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rviceSection_Serviceareas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 rot="16200000">
            <a:off x="-2707200" y="4345200"/>
            <a:ext cx="7081487" cy="747897"/>
          </a:xfrm>
        </p:spPr>
        <p:txBody>
          <a:bodyPr>
            <a:noAutofit/>
          </a:bodyPr>
          <a:lstStyle>
            <a:lvl1pPr algn="ctr">
              <a:defRPr sz="5400" spc="450" baseline="0"/>
            </a:lvl1pPr>
          </a:lstStyle>
          <a:p>
            <a:r>
              <a:rPr lang="en-GB" dirty="0"/>
              <a:t>Service Areas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11600" y="1249719"/>
            <a:ext cx="7233557" cy="332399"/>
          </a:xfrm>
        </p:spPr>
        <p:txBody>
          <a:bodyPr anchor="b" anchorCtr="0">
            <a:spAutoFit/>
          </a:bodyPr>
          <a:lstStyle>
            <a:lvl1pPr>
              <a:defRPr b="1" spc="140" baseline="0"/>
            </a:lvl1pPr>
            <a:lvl2pPr>
              <a:defRPr sz="2800" baseline="0"/>
            </a:lvl2pPr>
            <a:lvl3pPr>
              <a:defRPr sz="2400" baseline="0"/>
            </a:lvl3pPr>
          </a:lstStyle>
          <a:p>
            <a:pPr marL="0" marR="0" lvl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Workplace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C3BC549-11DF-15CF-D4A0-E487F36625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10443" y="1826353"/>
            <a:ext cx="7233557" cy="1115049"/>
          </a:xfrm>
        </p:spPr>
        <p:txBody>
          <a:bodyPr wrap="square" anchor="t" anchorCtr="0">
            <a:spAutoFit/>
          </a:bodyPr>
          <a:lstStyle>
            <a:lvl1pPr>
              <a:lnSpc>
                <a:spcPct val="70000"/>
              </a:lnSpc>
              <a:defRPr sz="2400" b="0" i="0" spc="140" baseline="0">
                <a:solidFill>
                  <a:srgbClr val="9FA0A4"/>
                </a:solidFill>
              </a:defRPr>
            </a:lvl1pPr>
            <a:lvl2pPr marL="613928" indent="0">
              <a:buNone/>
              <a:defRPr/>
            </a:lvl2pPr>
          </a:lstStyle>
          <a:p>
            <a:pPr lvl="0"/>
            <a:r>
              <a:rPr lang="en-GB" dirty="0"/>
              <a:t>DSM-</a:t>
            </a:r>
            <a:r>
              <a:rPr lang="en-GB" dirty="0" err="1"/>
              <a:t>Migrationen</a:t>
            </a:r>
            <a:r>
              <a:rPr lang="en-GB" dirty="0"/>
              <a:t>,</a:t>
            </a:r>
          </a:p>
          <a:p>
            <a:pPr lvl="0"/>
            <a:r>
              <a:rPr lang="en-GB" dirty="0"/>
              <a:t>Intune und SCCM </a:t>
            </a:r>
            <a:r>
              <a:rPr lang="en-GB" dirty="0" err="1"/>
              <a:t>Architektur</a:t>
            </a:r>
            <a:r>
              <a:rPr lang="en-GB" dirty="0"/>
              <a:t> und Operations,</a:t>
            </a:r>
          </a:p>
          <a:p>
            <a:pPr lvl="0"/>
            <a:r>
              <a:rPr lang="en-GB" dirty="0"/>
              <a:t>Workshops und Trainings 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2021841A-4510-B999-CBE1-664239A7AD5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910443" y="3524919"/>
            <a:ext cx="7233557" cy="332399"/>
          </a:xfrm>
        </p:spPr>
        <p:txBody>
          <a:bodyPr anchor="b" anchorCtr="0">
            <a:spAutoFit/>
          </a:bodyPr>
          <a:lstStyle>
            <a:lvl1pPr>
              <a:defRPr b="1" spc="140" baseline="0"/>
            </a:lvl1pPr>
            <a:lvl2pPr>
              <a:defRPr sz="2800" baseline="0"/>
            </a:lvl2pPr>
            <a:lvl3pPr>
              <a:defRPr sz="2400" baseline="0"/>
            </a:lvl3pPr>
          </a:lstStyle>
          <a:p>
            <a:pPr marL="0" marR="0" lvl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Workplace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2CD77315-949A-6C0B-E38E-EA014183DB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10443" y="4101195"/>
            <a:ext cx="7233557" cy="1115049"/>
          </a:xfrm>
        </p:spPr>
        <p:txBody>
          <a:bodyPr wrap="square" anchor="t" anchorCtr="0">
            <a:spAutoFit/>
          </a:bodyPr>
          <a:lstStyle>
            <a:lvl1pPr>
              <a:lnSpc>
                <a:spcPct val="70000"/>
              </a:lnSpc>
              <a:defRPr lang="en-GB" sz="2400" b="0" i="0" kern="1200" spc="140" baseline="0" dirty="0">
                <a:solidFill>
                  <a:srgbClr val="9FA0A4"/>
                </a:solidFill>
                <a:latin typeface="+mn-lt"/>
                <a:ea typeface="+mn-ea"/>
                <a:cs typeface="+mn-cs"/>
              </a:defRPr>
            </a:lvl1pPr>
            <a:lvl2pPr marL="613928" indent="0">
              <a:buNone/>
              <a:defRPr/>
            </a:lvl2pPr>
          </a:lstStyle>
          <a:p>
            <a:pPr marL="0" lvl="0" indent="0" algn="l" defTabSz="1227856" rtl="0" eaLnBrk="1" latinLnBrk="0" hangingPunct="1">
              <a:lnSpc>
                <a:spcPct val="7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r>
              <a:rPr lang="en-GB" dirty="0"/>
              <a:t>DSM-</a:t>
            </a:r>
            <a:r>
              <a:rPr lang="en-GB" dirty="0" err="1"/>
              <a:t>Migrationen</a:t>
            </a:r>
            <a:r>
              <a:rPr lang="en-GB" dirty="0"/>
              <a:t>,</a:t>
            </a:r>
          </a:p>
          <a:p>
            <a:pPr marL="0" lvl="0" indent="0" algn="l" defTabSz="1227856" rtl="0" eaLnBrk="1" latinLnBrk="0" hangingPunct="1">
              <a:lnSpc>
                <a:spcPct val="7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r>
              <a:rPr lang="en-GB" dirty="0"/>
              <a:t>Intune und SCCM </a:t>
            </a:r>
            <a:r>
              <a:rPr lang="en-GB" dirty="0" err="1"/>
              <a:t>Architektur</a:t>
            </a:r>
            <a:r>
              <a:rPr lang="en-GB" dirty="0"/>
              <a:t> und Operations,</a:t>
            </a:r>
          </a:p>
          <a:p>
            <a:pPr marL="0" lvl="0" indent="0" algn="l" defTabSz="1227856" rtl="0" eaLnBrk="1" latinLnBrk="0" hangingPunct="1">
              <a:lnSpc>
                <a:spcPct val="7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r>
              <a:rPr lang="en-GB" dirty="0"/>
              <a:t>Workshops und Trainings 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9A37FB6B-7F40-7ED5-AF61-E31212E2FC01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910443" y="5749719"/>
            <a:ext cx="7233557" cy="332399"/>
          </a:xfrm>
        </p:spPr>
        <p:txBody>
          <a:bodyPr anchor="b" anchorCtr="0">
            <a:spAutoFit/>
          </a:bodyPr>
          <a:lstStyle>
            <a:lvl1pPr>
              <a:defRPr b="1" spc="140" baseline="0"/>
            </a:lvl1pPr>
            <a:lvl2pPr>
              <a:defRPr sz="2800" baseline="0"/>
            </a:lvl2pPr>
            <a:lvl3pPr>
              <a:defRPr sz="2400" baseline="0"/>
            </a:lvl3pPr>
          </a:lstStyle>
          <a:p>
            <a:pPr marL="0" marR="0" lvl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Workplace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D217771-9895-C08C-7083-A5C192EBA02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10443" y="6325766"/>
            <a:ext cx="7233557" cy="1115049"/>
          </a:xfrm>
        </p:spPr>
        <p:txBody>
          <a:bodyPr wrap="square" anchor="t" anchorCtr="0">
            <a:spAutoFit/>
          </a:bodyPr>
          <a:lstStyle>
            <a:lvl1pPr>
              <a:lnSpc>
                <a:spcPct val="70000"/>
              </a:lnSpc>
              <a:defRPr lang="en-GB" sz="2400" b="0" i="0" kern="1200" spc="140" baseline="0" dirty="0">
                <a:solidFill>
                  <a:srgbClr val="9FA0A4"/>
                </a:solidFill>
                <a:latin typeface="+mn-lt"/>
                <a:ea typeface="+mn-ea"/>
                <a:cs typeface="+mn-cs"/>
              </a:defRPr>
            </a:lvl1pPr>
            <a:lvl2pPr marL="613928" indent="0">
              <a:buNone/>
              <a:defRPr/>
            </a:lvl2pPr>
          </a:lstStyle>
          <a:p>
            <a:pPr marL="0" lvl="0" indent="0" algn="l" defTabSz="1227856" rtl="0" eaLnBrk="1" latinLnBrk="0" hangingPunct="1">
              <a:lnSpc>
                <a:spcPct val="7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r>
              <a:rPr lang="en-GB" dirty="0"/>
              <a:t>DSM-</a:t>
            </a:r>
            <a:r>
              <a:rPr lang="en-GB" dirty="0" err="1"/>
              <a:t>Migrationen</a:t>
            </a:r>
            <a:r>
              <a:rPr lang="en-GB" dirty="0"/>
              <a:t>,</a:t>
            </a:r>
          </a:p>
          <a:p>
            <a:pPr marL="0" lvl="0" indent="0" algn="l" defTabSz="1227856" rtl="0" eaLnBrk="1" latinLnBrk="0" hangingPunct="1">
              <a:lnSpc>
                <a:spcPct val="7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r>
              <a:rPr lang="en-GB" dirty="0"/>
              <a:t>Intune und SCCM </a:t>
            </a:r>
            <a:r>
              <a:rPr lang="en-GB" dirty="0" err="1"/>
              <a:t>Architektur</a:t>
            </a:r>
            <a:r>
              <a:rPr lang="en-GB" dirty="0"/>
              <a:t> und Operations,</a:t>
            </a:r>
          </a:p>
          <a:p>
            <a:pPr marL="0" lvl="0" indent="0" algn="l" defTabSz="1227856" rtl="0" eaLnBrk="1" latinLnBrk="0" hangingPunct="1">
              <a:lnSpc>
                <a:spcPct val="7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r>
              <a:rPr lang="en-GB" dirty="0"/>
              <a:t>Workshops und Trainings 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B10F6C85-89CC-82DC-5F47-8625A0C1CF0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155600" y="0"/>
            <a:ext cx="8132400" cy="92088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en-DE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4D50202-7398-FA2D-F11C-A503E85BB4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0443" y="7954717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7537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rviceSection_Serviceareas_with_Icons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 rot="16200000">
            <a:off x="-2707200" y="4345200"/>
            <a:ext cx="7081487" cy="747897"/>
          </a:xfrm>
        </p:spPr>
        <p:txBody>
          <a:bodyPr>
            <a:noAutofit/>
          </a:bodyPr>
          <a:lstStyle>
            <a:lvl1pPr algn="ctr">
              <a:defRPr sz="5400" spc="450" baseline="0"/>
            </a:lvl1pPr>
          </a:lstStyle>
          <a:p>
            <a:r>
              <a:rPr lang="en-GB" dirty="0"/>
              <a:t>Service Areas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278907" y="1233804"/>
            <a:ext cx="5537288" cy="332399"/>
          </a:xfrm>
        </p:spPr>
        <p:txBody>
          <a:bodyPr wrap="square" anchor="b" anchorCtr="0">
            <a:spAutoFit/>
          </a:bodyPr>
          <a:lstStyle>
            <a:lvl1pPr>
              <a:defRPr b="1" spc="140" baseline="0"/>
            </a:lvl1pPr>
            <a:lvl2pPr>
              <a:defRPr sz="2800" baseline="0"/>
            </a:lvl2pPr>
            <a:lvl3pPr>
              <a:defRPr sz="2400" baseline="0"/>
            </a:lvl3pPr>
          </a:lstStyle>
          <a:p>
            <a:pPr marL="0" marR="0" lvl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Workplace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C3BC549-11DF-15CF-D4A0-E487F36625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8907" y="1810656"/>
            <a:ext cx="5537288" cy="1219821"/>
          </a:xfrm>
        </p:spPr>
        <p:txBody>
          <a:bodyPr wrap="square" anchor="t" anchorCtr="0">
            <a:spAutoFit/>
          </a:bodyPr>
          <a:lstStyle>
            <a:lvl1pPr>
              <a:lnSpc>
                <a:spcPct val="80000"/>
              </a:lnSpc>
              <a:defRPr sz="2400" b="0" i="0" spc="140" baseline="0">
                <a:solidFill>
                  <a:srgbClr val="9FA0A4"/>
                </a:solidFill>
              </a:defRPr>
            </a:lvl1pPr>
            <a:lvl2pPr marL="613928" indent="0">
              <a:buNone/>
              <a:defRPr/>
            </a:lvl2pPr>
          </a:lstStyle>
          <a:p>
            <a:pPr lvl="0"/>
            <a:r>
              <a:rPr lang="en-GB" dirty="0"/>
              <a:t>DSM-</a:t>
            </a:r>
            <a:r>
              <a:rPr lang="en-GB" dirty="0" err="1"/>
              <a:t>Migrationen</a:t>
            </a:r>
            <a:r>
              <a:rPr lang="en-GB" dirty="0"/>
              <a:t>,</a:t>
            </a:r>
          </a:p>
          <a:p>
            <a:pPr lvl="0"/>
            <a:r>
              <a:rPr lang="en-GB" dirty="0"/>
              <a:t>Intune und SCCM </a:t>
            </a:r>
          </a:p>
          <a:p>
            <a:pPr lvl="0"/>
            <a:r>
              <a:rPr lang="en-GB" dirty="0"/>
              <a:t>Workshops und Trainings 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05FBFEC-7BFB-CE4C-483E-E1B622A3E3C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1600" y="1211392"/>
            <a:ext cx="1663200" cy="1663200"/>
          </a:xfrm>
          <a:noFill/>
        </p:spPr>
        <p:txBody>
          <a:bodyPr/>
          <a:lstStyle/>
          <a:p>
            <a:r>
              <a:rPr lang="en-DE" dirty="0"/>
              <a:t>ICON</a:t>
            </a:r>
          </a:p>
        </p:txBody>
      </p:sp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EEB41E5A-E0CA-DD7E-7A43-FEB73B55F1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911600" y="3486592"/>
            <a:ext cx="1663200" cy="1663200"/>
          </a:xfrm>
          <a:noFill/>
        </p:spPr>
        <p:txBody>
          <a:bodyPr/>
          <a:lstStyle/>
          <a:p>
            <a:r>
              <a:rPr lang="en-DE" dirty="0"/>
              <a:t>ICON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6FB4A26D-D076-83A3-E130-8C215E54113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911600" y="5711392"/>
            <a:ext cx="1663200" cy="1663200"/>
          </a:xfrm>
          <a:noFill/>
        </p:spPr>
        <p:txBody>
          <a:bodyPr/>
          <a:lstStyle/>
          <a:p>
            <a:r>
              <a:rPr lang="en-DE" dirty="0"/>
              <a:t>ICON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4C6DA503-0C55-910C-D06E-8637B621B4A9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278907" y="3560978"/>
            <a:ext cx="5537288" cy="332399"/>
          </a:xfrm>
        </p:spPr>
        <p:txBody>
          <a:bodyPr wrap="square" anchor="b" anchorCtr="0">
            <a:spAutoFit/>
          </a:bodyPr>
          <a:lstStyle>
            <a:lvl1pPr>
              <a:defRPr b="1" spc="140" baseline="0"/>
            </a:lvl1pPr>
            <a:lvl2pPr>
              <a:defRPr sz="2800" baseline="0"/>
            </a:lvl2pPr>
            <a:lvl3pPr>
              <a:defRPr sz="2400" baseline="0"/>
            </a:lvl3pPr>
          </a:lstStyle>
          <a:p>
            <a:pPr marL="0" marR="0" lvl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Cloud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71F8DC0C-B25D-882B-63DF-F362CAE5C5B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78907" y="4038379"/>
            <a:ext cx="5537288" cy="1219821"/>
          </a:xfrm>
        </p:spPr>
        <p:txBody>
          <a:bodyPr wrap="square" anchor="t" anchorCtr="0">
            <a:spAutoFit/>
          </a:bodyPr>
          <a:lstStyle>
            <a:lvl1pPr>
              <a:lnSpc>
                <a:spcPct val="80000"/>
              </a:lnSpc>
              <a:defRPr sz="2400" b="0" i="0" spc="140" baseline="0">
                <a:solidFill>
                  <a:srgbClr val="9FA0A4"/>
                </a:solidFill>
              </a:defRPr>
            </a:lvl1pPr>
            <a:lvl2pPr marL="613928" indent="0">
              <a:buNone/>
              <a:defRPr/>
            </a:lvl2pPr>
          </a:lstStyle>
          <a:p>
            <a:pPr lvl="0"/>
            <a:r>
              <a:rPr lang="en-GB" dirty="0"/>
              <a:t>DSM-</a:t>
            </a:r>
            <a:r>
              <a:rPr lang="en-GB" dirty="0" err="1"/>
              <a:t>Migrationen</a:t>
            </a:r>
            <a:r>
              <a:rPr lang="en-GB" dirty="0"/>
              <a:t>,</a:t>
            </a:r>
          </a:p>
          <a:p>
            <a:pPr lvl="0"/>
            <a:r>
              <a:rPr lang="en-GB" dirty="0"/>
              <a:t>Intune und SCCM </a:t>
            </a:r>
          </a:p>
          <a:p>
            <a:pPr lvl="0"/>
            <a:r>
              <a:rPr lang="en-GB" dirty="0"/>
              <a:t>Workshops und Trainings 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6BA93552-CFA2-6DE0-BB34-1D6D59B2A522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278907" y="5780724"/>
            <a:ext cx="5537288" cy="332399"/>
          </a:xfrm>
        </p:spPr>
        <p:txBody>
          <a:bodyPr wrap="square" anchor="b" anchorCtr="0">
            <a:spAutoFit/>
          </a:bodyPr>
          <a:lstStyle>
            <a:lvl1pPr>
              <a:defRPr b="1" spc="140" baseline="0"/>
            </a:lvl1pPr>
            <a:lvl2pPr>
              <a:defRPr sz="2800" baseline="0"/>
            </a:lvl2pPr>
            <a:lvl3pPr>
              <a:defRPr sz="2400" baseline="0"/>
            </a:lvl3pPr>
          </a:lstStyle>
          <a:p>
            <a:pPr marL="0" marR="0" lvl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Cloud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F0BA8811-AFBA-AE2E-0643-9FF7C531A3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78907" y="6258125"/>
            <a:ext cx="5537288" cy="1219821"/>
          </a:xfrm>
        </p:spPr>
        <p:txBody>
          <a:bodyPr wrap="square" anchor="t" anchorCtr="0">
            <a:spAutoFit/>
          </a:bodyPr>
          <a:lstStyle>
            <a:lvl1pPr>
              <a:lnSpc>
                <a:spcPct val="80000"/>
              </a:lnSpc>
              <a:defRPr sz="2400" b="0" i="0" spc="140" baseline="0">
                <a:solidFill>
                  <a:srgbClr val="9FA0A4"/>
                </a:solidFill>
              </a:defRPr>
            </a:lvl1pPr>
            <a:lvl2pPr marL="613928" indent="0">
              <a:buNone/>
              <a:defRPr/>
            </a:lvl2pPr>
          </a:lstStyle>
          <a:p>
            <a:pPr lvl="0"/>
            <a:r>
              <a:rPr lang="en-GB" dirty="0"/>
              <a:t>DSM-</a:t>
            </a:r>
            <a:r>
              <a:rPr lang="en-GB" dirty="0" err="1"/>
              <a:t>Migrationen</a:t>
            </a:r>
            <a:r>
              <a:rPr lang="en-GB" dirty="0"/>
              <a:t>,</a:t>
            </a:r>
          </a:p>
          <a:p>
            <a:pPr lvl="0"/>
            <a:r>
              <a:rPr lang="en-GB" dirty="0"/>
              <a:t>Intune und SCCM </a:t>
            </a:r>
          </a:p>
          <a:p>
            <a:pPr lvl="0"/>
            <a:r>
              <a:rPr lang="en-GB" dirty="0"/>
              <a:t>Workshops und Trainings 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C8EBC5B-7E34-FA1E-553E-6E47C3BA9BD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155238" y="0"/>
            <a:ext cx="8132762" cy="9209088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en-DE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D023081-0806-A00F-8170-1967255906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0443" y="7954717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264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Cards_Quote_IMG_FourSections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6517278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0">
            <a:extLst>
              <a:ext uri="{FF2B5EF4-FFF2-40B4-BE49-F238E27FC236}">
                <a16:creationId xmlns:a16="http://schemas.microsoft.com/office/drawing/2014/main" id="{10DC7A61-7AE4-6D2B-FC18-214FC02235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92399" y="3441149"/>
            <a:ext cx="6941061" cy="1163395"/>
          </a:xfrm>
        </p:spPr>
        <p:txBody>
          <a:bodyPr wrap="square" anchor="b" anchorCtr="0">
            <a:spAutoFit/>
          </a:bodyPr>
          <a:lstStyle>
            <a:lvl1pPr marL="0" algn="l" defTabSz="457200" rtl="0" eaLnBrk="1" latinLnBrk="0" hangingPunct="1">
              <a:defRPr lang="en-GB" sz="2800" b="1" i="0" kern="1200" spc="140" baseline="0" dirty="0" smtClean="0">
                <a:solidFill>
                  <a:srgbClr val="9FA0A4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F8ECA57-3A78-DDEF-04DD-B80180BFB47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3447713" y="965200"/>
            <a:ext cx="4068762" cy="3639600"/>
          </a:xfrm>
          <a:gradFill flip="none" rotWithShape="1">
            <a:gsLst>
              <a:gs pos="0">
                <a:srgbClr val="1B1E21"/>
              </a:gs>
              <a:gs pos="100000">
                <a:srgbClr val="090C10">
                  <a:alpha val="40784"/>
                </a:srgbClr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E486288D-EA5E-462D-C61F-F657873E4C27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792320" y="965200"/>
            <a:ext cx="4068762" cy="3639600"/>
          </a:xfrm>
          <a:gradFill flip="none" rotWithShape="1">
            <a:gsLst>
              <a:gs pos="0">
                <a:srgbClr val="1B1E21"/>
              </a:gs>
              <a:gs pos="100000">
                <a:srgbClr val="090C10">
                  <a:alpha val="40784"/>
                </a:srgbClr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41ABB65A-D070-6B4C-1DFB-6F8D4ED19C5A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806206" y="4973274"/>
            <a:ext cx="4068762" cy="3639600"/>
          </a:xfrm>
          <a:gradFill flip="none" rotWithShape="1">
            <a:gsLst>
              <a:gs pos="0">
                <a:srgbClr val="1B1E21"/>
              </a:gs>
              <a:gs pos="100000">
                <a:srgbClr val="090C10">
                  <a:alpha val="40784"/>
                </a:srgbClr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6B293C18-62E6-218B-3583-9F0CCE641F5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3447713" y="4973274"/>
            <a:ext cx="4068762" cy="3639600"/>
          </a:xfrm>
          <a:gradFill flip="none" rotWithShape="1">
            <a:gsLst>
              <a:gs pos="0">
                <a:srgbClr val="1B1E21"/>
              </a:gs>
              <a:gs pos="100000">
                <a:srgbClr val="090C10">
                  <a:alpha val="40784"/>
                </a:srgbClr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CCC984-802B-4307-A083-9CBA76199BA1}"/>
              </a:ext>
            </a:extLst>
          </p:cNvPr>
          <p:cNvCxnSpPr>
            <a:cxnSpLocks/>
          </p:cNvCxnSpPr>
          <p:nvPr userDrawn="1"/>
        </p:nvCxnSpPr>
        <p:spPr>
          <a:xfrm>
            <a:off x="1292400" y="2866644"/>
            <a:ext cx="1296000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1797DE48-3770-8A9E-1491-A27AA1E25C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2399" y="7954717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9627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Cards_Quote_Text_FourSections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6517278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0">
            <a:extLst>
              <a:ext uri="{FF2B5EF4-FFF2-40B4-BE49-F238E27FC236}">
                <a16:creationId xmlns:a16="http://schemas.microsoft.com/office/drawing/2014/main" id="{10DC7A61-7AE4-6D2B-FC18-214FC02235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92399" y="3441149"/>
            <a:ext cx="6941061" cy="1163395"/>
          </a:xfrm>
        </p:spPr>
        <p:txBody>
          <a:bodyPr wrap="square" anchor="b" anchorCtr="0">
            <a:spAutoFit/>
          </a:bodyPr>
          <a:lstStyle>
            <a:lvl1pPr marL="0" algn="l" defTabSz="457200" rtl="0" eaLnBrk="1" latinLnBrk="0" hangingPunct="1">
              <a:defRPr lang="en-GB" sz="2800" b="1" i="0" kern="120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F8ECA57-3A78-DDEF-04DD-B80180BFB47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3447713" y="965200"/>
            <a:ext cx="4068762" cy="3639600"/>
          </a:xfrm>
          <a:gradFill flip="none" rotWithShape="1">
            <a:gsLst>
              <a:gs pos="0">
                <a:srgbClr val="1B1E21"/>
              </a:gs>
              <a:gs pos="100000">
                <a:srgbClr val="090C10">
                  <a:alpha val="40784"/>
                </a:srgbClr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E486288D-EA5E-462D-C61F-F657873E4C27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792320" y="965200"/>
            <a:ext cx="4068762" cy="3639600"/>
          </a:xfrm>
          <a:gradFill flip="none" rotWithShape="1">
            <a:gsLst>
              <a:gs pos="0">
                <a:srgbClr val="1B1E21"/>
              </a:gs>
              <a:gs pos="100000">
                <a:srgbClr val="090C10">
                  <a:alpha val="40784"/>
                </a:srgbClr>
              </a:gs>
            </a:gsLst>
            <a:lin ang="10800000" scaled="1"/>
            <a:tileRect/>
          </a:gradFill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41ABB65A-D070-6B4C-1DFB-6F8D4ED19C5A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806206" y="4973274"/>
            <a:ext cx="4068762" cy="3639600"/>
          </a:xfrm>
          <a:gradFill flip="none" rotWithShape="1">
            <a:gsLst>
              <a:gs pos="0">
                <a:srgbClr val="1B1E21"/>
              </a:gs>
              <a:gs pos="100000">
                <a:srgbClr val="090C10">
                  <a:alpha val="40784"/>
                </a:srgbClr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6B293C18-62E6-218B-3583-9F0CCE641F5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3447713" y="4973274"/>
            <a:ext cx="4068762" cy="3639600"/>
          </a:xfrm>
          <a:gradFill flip="none" rotWithShape="1">
            <a:gsLst>
              <a:gs pos="0">
                <a:srgbClr val="1B1E21"/>
              </a:gs>
              <a:gs pos="100000">
                <a:srgbClr val="090C10">
                  <a:alpha val="40784"/>
                </a:srgbClr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CCC984-802B-4307-A083-9CBA76199BA1}"/>
              </a:ext>
            </a:extLst>
          </p:cNvPr>
          <p:cNvCxnSpPr>
            <a:cxnSpLocks/>
          </p:cNvCxnSpPr>
          <p:nvPr userDrawn="1"/>
        </p:nvCxnSpPr>
        <p:spPr>
          <a:xfrm>
            <a:off x="1292400" y="2866645"/>
            <a:ext cx="1296000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2DE0C-A6D9-974F-6586-16335EE6F44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12201" y="1718200"/>
            <a:ext cx="3429000" cy="2133600"/>
          </a:xfrm>
        </p:spPr>
        <p:txBody>
          <a:bodyPr/>
          <a:lstStyle>
            <a:lvl1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1pPr>
            <a:lvl2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2pPr>
            <a:lvl3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3pPr>
            <a:lvl4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4pPr>
            <a:lvl5pPr>
              <a:defRPr kumimoji="0" lang="en-DE" sz="2400" b="0" i="0" u="none" strike="noStrike" kern="1200" cap="none" spc="150" normalizeH="0" baseline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E081610-29BD-F68B-D3BC-9EBD50A35CD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3767594" y="1718200"/>
            <a:ext cx="3429000" cy="2133600"/>
          </a:xfrm>
        </p:spPr>
        <p:txBody>
          <a:bodyPr/>
          <a:lstStyle>
            <a:lvl1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1pPr>
            <a:lvl2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2pPr>
            <a:lvl3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3pPr>
            <a:lvl4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4pPr>
            <a:lvl5pPr>
              <a:defRPr kumimoji="0" lang="en-DE" sz="2400" b="0" i="0" u="none" strike="noStrike" kern="1200" cap="none" spc="150" normalizeH="0" baseline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DEA808D-CAC5-26F4-1471-34C21C8C442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112201" y="5726274"/>
            <a:ext cx="3429000" cy="2133600"/>
          </a:xfrm>
        </p:spPr>
        <p:txBody>
          <a:bodyPr/>
          <a:lstStyle>
            <a:lvl1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1pPr>
            <a:lvl2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2pPr>
            <a:lvl3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3pPr>
            <a:lvl4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4pPr>
            <a:lvl5pPr>
              <a:defRPr kumimoji="0" lang="en-DE" sz="2400" b="0" i="0" u="none" strike="noStrike" kern="1200" cap="none" spc="150" normalizeH="0" baseline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F4593C0-E2F0-6E75-3A50-E7FAAC3A618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3767594" y="5726274"/>
            <a:ext cx="3429000" cy="2133600"/>
          </a:xfrm>
        </p:spPr>
        <p:txBody>
          <a:bodyPr/>
          <a:lstStyle>
            <a:lvl1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1pPr>
            <a:lvl2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2pPr>
            <a:lvl3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3pPr>
            <a:lvl4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4pPr>
            <a:lvl5pPr>
              <a:defRPr kumimoji="0" lang="en-DE" sz="2400" b="0" i="0" u="none" strike="noStrike" kern="1200" cap="none" spc="150" normalizeH="0" baseline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698C6A8-55F6-07F6-3C8E-FE2CA640B7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2399" y="7954717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975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Cards_TwoColumns">
    <p:bg>
      <p:bgPr>
        <a:gradFill>
          <a:gsLst>
            <a:gs pos="25000">
              <a:srgbClr val="101018"/>
            </a:gs>
            <a:gs pos="100000">
              <a:srgbClr val="04020E"/>
            </a:gs>
            <a:gs pos="0">
              <a:srgbClr val="1B1E2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7CACC3F-87E3-B80F-0088-DD88F1B0CFE6}"/>
              </a:ext>
            </a:extLst>
          </p:cNvPr>
          <p:cNvSpPr/>
          <p:nvPr userDrawn="1"/>
        </p:nvSpPr>
        <p:spPr>
          <a:xfrm>
            <a:off x="1292399" y="2717663"/>
            <a:ext cx="7369200" cy="2890472"/>
          </a:xfrm>
          <a:prstGeom prst="rect">
            <a:avLst/>
          </a:prstGeom>
          <a:gradFill>
            <a:gsLst>
              <a:gs pos="87000">
                <a:srgbClr val="101018"/>
              </a:gs>
              <a:gs pos="100000">
                <a:srgbClr val="04020E"/>
              </a:gs>
              <a:gs pos="45000">
                <a:srgbClr val="1B1E2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737654" y="3079290"/>
            <a:ext cx="4821714" cy="387798"/>
          </a:xfrm>
        </p:spPr>
        <p:txBody>
          <a:bodyPr wrap="square" anchor="b" anchorCtr="0">
            <a:spAutoFit/>
          </a:bodyPr>
          <a:lstStyle>
            <a:lvl1pPr>
              <a:defRPr lang="en-GB" sz="2800" b="1" i="0" kern="1200" spc="14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800" baseline="0"/>
            </a:lvl2pPr>
            <a:lvl3pPr>
              <a:defRPr sz="2400" baseline="0"/>
            </a:lvl3pPr>
          </a:lstStyle>
          <a:p>
            <a:pPr marL="0" marR="0" lvl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Workplace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C3BC549-11DF-15CF-D4A0-E487F36625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37654" y="3936090"/>
            <a:ext cx="4461629" cy="1219821"/>
          </a:xfrm>
        </p:spPr>
        <p:txBody>
          <a:bodyPr wrap="square" anchor="t" anchorCtr="0">
            <a:spAutoFit/>
          </a:bodyPr>
          <a:lstStyle>
            <a:lvl1pPr>
              <a:lnSpc>
                <a:spcPct val="80000"/>
              </a:lnSpc>
              <a:defRPr sz="2400" b="0" i="0" spc="140" baseline="0">
                <a:solidFill>
                  <a:srgbClr val="9FA0A4"/>
                </a:solidFill>
              </a:defRPr>
            </a:lvl1pPr>
            <a:lvl2pPr marL="613928" indent="0">
              <a:buNone/>
              <a:defRPr/>
            </a:lvl2pPr>
          </a:lstStyle>
          <a:p>
            <a:pPr lvl="0"/>
            <a:r>
              <a:rPr lang="en-GB" dirty="0"/>
              <a:t>DSM-</a:t>
            </a:r>
            <a:r>
              <a:rPr lang="en-GB" dirty="0" err="1"/>
              <a:t>Migrationen</a:t>
            </a:r>
            <a:r>
              <a:rPr lang="en-GB" dirty="0"/>
              <a:t>,</a:t>
            </a:r>
          </a:p>
          <a:p>
            <a:pPr lvl="0"/>
            <a:r>
              <a:rPr lang="en-GB" dirty="0"/>
              <a:t>Intune und SCCM </a:t>
            </a:r>
          </a:p>
          <a:p>
            <a:pPr lvl="0"/>
            <a:r>
              <a:rPr lang="en-GB" dirty="0"/>
              <a:t>Workshops und Trainings 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05FBFEC-7BFB-CE4C-483E-E1B622A3E3C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595796" y="3134689"/>
            <a:ext cx="1526400" cy="16632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A9EAEF-41A6-9831-731D-6D722DD0EE81}"/>
              </a:ext>
            </a:extLst>
          </p:cNvPr>
          <p:cNvSpPr txBox="1">
            <a:spLocks/>
          </p:cNvSpPr>
          <p:nvPr userDrawn="1"/>
        </p:nvSpPr>
        <p:spPr>
          <a:xfrm>
            <a:off x="1292400" y="1099260"/>
            <a:ext cx="7851600" cy="116339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 defTabSz="122785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00" b="1" i="0" kern="1200" cap="all" spc="4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A2C5BF-8A29-248C-F82E-1CE258E00568}"/>
              </a:ext>
            </a:extLst>
          </p:cNvPr>
          <p:cNvSpPr/>
          <p:nvPr userDrawn="1"/>
        </p:nvSpPr>
        <p:spPr>
          <a:xfrm>
            <a:off x="1292399" y="5969762"/>
            <a:ext cx="7367775" cy="2890472"/>
          </a:xfrm>
          <a:prstGeom prst="rect">
            <a:avLst/>
          </a:prstGeom>
          <a:gradFill>
            <a:gsLst>
              <a:gs pos="87000">
                <a:srgbClr val="101018"/>
              </a:gs>
              <a:gs pos="100000">
                <a:srgbClr val="04020E"/>
              </a:gs>
              <a:gs pos="45000">
                <a:srgbClr val="1B1E2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C7873AE-5333-5F5C-7048-2B0B9D270223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737654" y="6331389"/>
            <a:ext cx="4821714" cy="387798"/>
          </a:xfrm>
        </p:spPr>
        <p:txBody>
          <a:bodyPr wrap="square" anchor="b" anchorCtr="0">
            <a:spAutoFit/>
          </a:bodyPr>
          <a:lstStyle>
            <a:lvl1pPr>
              <a:defRPr lang="en-GB" sz="2800" b="1" i="0" kern="1200" spc="14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800" baseline="0"/>
            </a:lvl2pPr>
            <a:lvl3pPr>
              <a:defRPr sz="2400" baseline="0"/>
            </a:lvl3pPr>
          </a:lstStyle>
          <a:p>
            <a:pPr marL="0" marR="0" lvl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Workplace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2485809B-D563-1033-3592-0A5D2682850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37654" y="7188189"/>
            <a:ext cx="4461629" cy="1219821"/>
          </a:xfrm>
        </p:spPr>
        <p:txBody>
          <a:bodyPr wrap="square" anchor="t" anchorCtr="0">
            <a:spAutoFit/>
          </a:bodyPr>
          <a:lstStyle>
            <a:lvl1pPr>
              <a:lnSpc>
                <a:spcPct val="80000"/>
              </a:lnSpc>
              <a:defRPr sz="2400" b="0" i="0" spc="140" baseline="0">
                <a:solidFill>
                  <a:srgbClr val="9FA0A4"/>
                </a:solidFill>
              </a:defRPr>
            </a:lvl1pPr>
            <a:lvl2pPr marL="613928" indent="0">
              <a:buNone/>
              <a:defRPr/>
            </a:lvl2pPr>
          </a:lstStyle>
          <a:p>
            <a:pPr lvl="0"/>
            <a:r>
              <a:rPr lang="en-GB" dirty="0"/>
              <a:t>DSM-</a:t>
            </a:r>
            <a:r>
              <a:rPr lang="en-GB" dirty="0" err="1"/>
              <a:t>Migrationen</a:t>
            </a:r>
            <a:r>
              <a:rPr lang="en-GB" dirty="0"/>
              <a:t>,</a:t>
            </a:r>
          </a:p>
          <a:p>
            <a:pPr lvl="0"/>
            <a:r>
              <a:rPr lang="en-GB" dirty="0"/>
              <a:t>Intune und SCCM </a:t>
            </a:r>
          </a:p>
          <a:p>
            <a:pPr lvl="0"/>
            <a:r>
              <a:rPr lang="en-GB" dirty="0"/>
              <a:t>Workshops und Trainings 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5DACE0C1-34B6-03F4-6AAF-C1BE5E6EBF0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595796" y="6386788"/>
            <a:ext cx="1526400" cy="16632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8FE023-F1AD-6BF4-CF69-3B1874915AFA}"/>
              </a:ext>
            </a:extLst>
          </p:cNvPr>
          <p:cNvSpPr/>
          <p:nvPr userDrawn="1"/>
        </p:nvSpPr>
        <p:spPr>
          <a:xfrm>
            <a:off x="9353763" y="2717663"/>
            <a:ext cx="7756495" cy="2890472"/>
          </a:xfrm>
          <a:prstGeom prst="rect">
            <a:avLst/>
          </a:prstGeom>
          <a:gradFill>
            <a:gsLst>
              <a:gs pos="87000">
                <a:srgbClr val="101018"/>
              </a:gs>
              <a:gs pos="100000">
                <a:srgbClr val="04020E"/>
              </a:gs>
              <a:gs pos="45000">
                <a:srgbClr val="1B1E2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>
              <a:solidFill>
                <a:schemeClr val="lt1"/>
              </a:solidFill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7C5B504-5327-8BAC-1F3F-FEE239B92862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11933348" y="3079290"/>
            <a:ext cx="5076105" cy="387798"/>
          </a:xfrm>
        </p:spPr>
        <p:txBody>
          <a:bodyPr wrap="square" anchor="b" anchorCtr="0">
            <a:spAutoFit/>
          </a:bodyPr>
          <a:lstStyle>
            <a:lvl1pPr>
              <a:defRPr lang="en-GB" sz="2800" b="1" i="0" kern="1200" spc="14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800" baseline="0"/>
            </a:lvl2pPr>
            <a:lvl3pPr>
              <a:defRPr sz="2400" baseline="0"/>
            </a:lvl3pPr>
          </a:lstStyle>
          <a:p>
            <a:pPr marL="0" marR="0" lvl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Workplace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6D7BE66F-5BB4-92CD-E783-689D81715E4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952347" y="3936090"/>
            <a:ext cx="4697022" cy="1219821"/>
          </a:xfrm>
        </p:spPr>
        <p:txBody>
          <a:bodyPr wrap="square" anchor="t" anchorCtr="0">
            <a:spAutoFit/>
          </a:bodyPr>
          <a:lstStyle>
            <a:lvl1pPr>
              <a:lnSpc>
                <a:spcPct val="80000"/>
              </a:lnSpc>
              <a:defRPr sz="2400" b="0" i="0" spc="140" baseline="0">
                <a:solidFill>
                  <a:srgbClr val="9FA0A4"/>
                </a:solidFill>
              </a:defRPr>
            </a:lvl1pPr>
            <a:lvl2pPr marL="613928" indent="0">
              <a:buNone/>
              <a:defRPr/>
            </a:lvl2pPr>
          </a:lstStyle>
          <a:p>
            <a:pPr lvl="0"/>
            <a:r>
              <a:rPr lang="en-GB" dirty="0"/>
              <a:t>DSM-</a:t>
            </a:r>
            <a:r>
              <a:rPr lang="en-GB" dirty="0" err="1"/>
              <a:t>Migrationen</a:t>
            </a:r>
            <a:r>
              <a:rPr lang="en-GB" dirty="0"/>
              <a:t>,</a:t>
            </a:r>
          </a:p>
          <a:p>
            <a:pPr lvl="0"/>
            <a:r>
              <a:rPr lang="en-GB" dirty="0"/>
              <a:t>Intune und SCCM </a:t>
            </a:r>
          </a:p>
          <a:p>
            <a:pPr lvl="0"/>
            <a:r>
              <a:rPr lang="en-GB" dirty="0"/>
              <a:t>Workshops und Trainings 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C3D128A0-222A-4329-794C-471166AF1BA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969473" y="3134689"/>
            <a:ext cx="1526400" cy="16632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89A6DD-2621-12F5-32B4-52F38C3C9A4C}"/>
              </a:ext>
            </a:extLst>
          </p:cNvPr>
          <p:cNvSpPr/>
          <p:nvPr userDrawn="1"/>
        </p:nvSpPr>
        <p:spPr>
          <a:xfrm>
            <a:off x="9353763" y="5969762"/>
            <a:ext cx="7756495" cy="2890472"/>
          </a:xfrm>
          <a:prstGeom prst="rect">
            <a:avLst/>
          </a:prstGeom>
          <a:gradFill>
            <a:gsLst>
              <a:gs pos="87000">
                <a:srgbClr val="101018"/>
              </a:gs>
              <a:gs pos="100000">
                <a:srgbClr val="04020E"/>
              </a:gs>
              <a:gs pos="45000">
                <a:srgbClr val="1B1E2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D4F17218-84E2-AC94-21AA-E0B12DEACCCC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11933348" y="6331389"/>
            <a:ext cx="5076105" cy="387798"/>
          </a:xfrm>
        </p:spPr>
        <p:txBody>
          <a:bodyPr wrap="square" anchor="b" anchorCtr="0">
            <a:spAutoFit/>
          </a:bodyPr>
          <a:lstStyle>
            <a:lvl1pPr>
              <a:defRPr lang="en-GB" sz="2800" b="1" i="0" kern="1200" spc="14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800" baseline="0"/>
            </a:lvl2pPr>
            <a:lvl3pPr>
              <a:defRPr sz="2400" baseline="0"/>
            </a:lvl3pPr>
          </a:lstStyle>
          <a:p>
            <a:pPr marL="0" marR="0" lvl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Workplace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020AABE0-5A04-6F12-AC2E-05322CC12C2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952347" y="7188189"/>
            <a:ext cx="4697022" cy="1219821"/>
          </a:xfrm>
        </p:spPr>
        <p:txBody>
          <a:bodyPr wrap="square" anchor="t" anchorCtr="0">
            <a:spAutoFit/>
          </a:bodyPr>
          <a:lstStyle>
            <a:lvl1pPr>
              <a:lnSpc>
                <a:spcPct val="80000"/>
              </a:lnSpc>
              <a:defRPr sz="2400" b="0" i="0" spc="140" baseline="0">
                <a:solidFill>
                  <a:srgbClr val="9FA0A4"/>
                </a:solidFill>
              </a:defRPr>
            </a:lvl1pPr>
            <a:lvl2pPr marL="613928" indent="0">
              <a:buNone/>
              <a:defRPr/>
            </a:lvl2pPr>
          </a:lstStyle>
          <a:p>
            <a:pPr lvl="0"/>
            <a:r>
              <a:rPr lang="en-GB" dirty="0"/>
              <a:t>DSM-</a:t>
            </a:r>
            <a:r>
              <a:rPr lang="en-GB" dirty="0" err="1"/>
              <a:t>Migrationen</a:t>
            </a:r>
            <a:r>
              <a:rPr lang="en-GB" dirty="0"/>
              <a:t>,</a:t>
            </a:r>
          </a:p>
          <a:p>
            <a:pPr lvl="0"/>
            <a:r>
              <a:rPr lang="en-GB" dirty="0"/>
              <a:t>Intune und SCCM </a:t>
            </a:r>
          </a:p>
          <a:p>
            <a:pPr lvl="0"/>
            <a:r>
              <a:rPr lang="en-GB" dirty="0"/>
              <a:t>Workshops und Trainings 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E95457FE-62B0-58DE-DD7F-28FCA913F4C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969473" y="6386788"/>
            <a:ext cx="1524677" cy="16632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5893336-DB80-DFB8-8C04-3E375800CD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9864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_Strategy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C8F162A-A517-5038-8997-2F25BA7E58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2871" y="4269888"/>
            <a:ext cx="18288000" cy="4939200"/>
          </a:xfrm>
          <a:prstGeom prst="rect">
            <a:avLst/>
          </a:prstGeom>
          <a:gradFill flip="none" rotWithShape="1">
            <a:gsLst>
              <a:gs pos="78000">
                <a:srgbClr val="272A2E"/>
              </a:gs>
              <a:gs pos="36000">
                <a:srgbClr val="1B1E21"/>
              </a:gs>
              <a:gs pos="0">
                <a:srgbClr val="04020E">
                  <a:alpha val="75686"/>
                </a:srgbClr>
              </a:gs>
            </a:gsLst>
            <a:lin ang="15600000" scaled="0"/>
            <a:tileRect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en-GB" dirty="0"/>
              <a:t>Click to edit Strategy title </a:t>
            </a:r>
            <a:endParaRPr lang="en-US" dirty="0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A79614AE-1565-169E-C887-DB42A05066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41200" y="4637085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344E47C5-4E40-5DDB-6096-40E750AF797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836000" y="3045111"/>
            <a:ext cx="1152000" cy="1152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C21B1AC-083C-FB2A-2973-6E37F953E8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9481" y="5580000"/>
            <a:ext cx="457200" cy="635000"/>
          </a:xfrm>
          <a:prstGeom prst="rect">
            <a:avLst/>
          </a:prstGeom>
        </p:spPr>
      </p:pic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911D10F1-6613-4AF6-FD78-B70F613EF1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636992" y="4637085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34" name="Picture Placeholder 19">
            <a:extLst>
              <a:ext uri="{FF2B5EF4-FFF2-40B4-BE49-F238E27FC236}">
                <a16:creationId xmlns:a16="http://schemas.microsoft.com/office/drawing/2014/main" id="{40EB7EB8-411C-A791-ADC4-A3312BFF200A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307200" y="3045600"/>
            <a:ext cx="1152000" cy="1152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6346F9B-2800-883C-7F5B-3B1EA53935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15799" y="5580000"/>
            <a:ext cx="457200" cy="635000"/>
          </a:xfrm>
          <a:prstGeom prst="rect">
            <a:avLst/>
          </a:prstGeom>
        </p:spPr>
      </p:pic>
      <p:sp>
        <p:nvSpPr>
          <p:cNvPr id="37" name="Text Placeholder 30">
            <a:extLst>
              <a:ext uri="{FF2B5EF4-FFF2-40B4-BE49-F238E27FC236}">
                <a16:creationId xmlns:a16="http://schemas.microsoft.com/office/drawing/2014/main" id="{7B4BB4ED-D21C-47F9-51C0-5488AEA69A0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88201" y="464192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38" name="Picture Placeholder 19">
            <a:extLst>
              <a:ext uri="{FF2B5EF4-FFF2-40B4-BE49-F238E27FC236}">
                <a16:creationId xmlns:a16="http://schemas.microsoft.com/office/drawing/2014/main" id="{AB3D346C-45C1-755D-12CF-467866622DC7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746000" y="3045111"/>
            <a:ext cx="1152000" cy="1152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85B7EE8-B22D-7B77-218E-D3E1662ABE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3400" y="5580000"/>
            <a:ext cx="457200" cy="635000"/>
          </a:xfrm>
          <a:prstGeom prst="rect">
            <a:avLst/>
          </a:prstGeom>
        </p:spPr>
      </p:pic>
      <p:sp>
        <p:nvSpPr>
          <p:cNvPr id="41" name="Text Placeholder 30">
            <a:extLst>
              <a:ext uri="{FF2B5EF4-FFF2-40B4-BE49-F238E27FC236}">
                <a16:creationId xmlns:a16="http://schemas.microsoft.com/office/drawing/2014/main" id="{DD4D286C-C2DC-B47A-ACBA-ED3C4260738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4514592" y="4637085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42" name="Picture Placeholder 19">
            <a:extLst>
              <a:ext uri="{FF2B5EF4-FFF2-40B4-BE49-F238E27FC236}">
                <a16:creationId xmlns:a16="http://schemas.microsoft.com/office/drawing/2014/main" id="{12A133BF-BA93-C870-B0A3-28C79EB883A1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15170400" y="3045111"/>
            <a:ext cx="1152000" cy="1152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9BC2559-3ED3-8D3B-2ABE-2FE43408D7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18218" y="5580000"/>
            <a:ext cx="457200" cy="635000"/>
          </a:xfrm>
          <a:prstGeom prst="rect">
            <a:avLst/>
          </a:prstGeom>
        </p:spPr>
      </p:pic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DCBF44E6-58CC-85EB-16D6-8F56FAD948F8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11508" y="6282000"/>
            <a:ext cx="3780000" cy="1661993"/>
          </a:xfrm>
        </p:spPr>
        <p:txBody>
          <a:bodyPr anchor="b" anchorCtr="0">
            <a:spAutoFit/>
          </a:bodyPr>
          <a:lstStyle>
            <a:lvl1pPr algn="ctr">
              <a:spcBef>
                <a:spcPts val="0"/>
              </a:spcBef>
              <a:defRPr sz="2400" b="0" i="0" spc="140" baseline="0">
                <a:solidFill>
                  <a:srgbClr val="9FA0A4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marR="0" lvl="0" indent="0" algn="ctr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E" sz="2400" b="0" i="0" baseline="0" dirty="0">
                <a:solidFill>
                  <a:srgbClr val="9FA0A4"/>
                </a:solidFill>
              </a:rPr>
              <a:t>Wiggly Marmalade </a:t>
            </a:r>
            <a:r>
              <a:rPr lang="en-GB" sz="2400" b="0" i="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rPr>
              <a:t>d</a:t>
            </a:r>
            <a:r>
              <a:rPr lang="en-GB" dirty="0">
                <a:effectLst/>
                <a:latin typeface="Trebuchet MS" panose="020B0703020202090204" pitchFamily="34" charset="0"/>
              </a:rPr>
              <a:t>rizzled Squirrels in a cardboard Castle of Marshmallow Cacti</a:t>
            </a:r>
          </a:p>
          <a:p>
            <a:pPr lvl="0"/>
            <a:endParaRPr lang="en-DE" dirty="0"/>
          </a:p>
        </p:txBody>
      </p:sp>
      <p:sp>
        <p:nvSpPr>
          <p:cNvPr id="2" name="Text Placeholder 45">
            <a:extLst>
              <a:ext uri="{FF2B5EF4-FFF2-40B4-BE49-F238E27FC236}">
                <a16:creationId xmlns:a16="http://schemas.microsoft.com/office/drawing/2014/main" id="{1A873352-FCAE-8C71-00EE-E2453D10F6C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047200" y="6282000"/>
            <a:ext cx="3780000" cy="1661993"/>
          </a:xfrm>
        </p:spPr>
        <p:txBody>
          <a:bodyPr anchor="b" anchorCtr="0">
            <a:spAutoFit/>
          </a:bodyPr>
          <a:lstStyle>
            <a:lvl1pPr algn="ctr">
              <a:spcBef>
                <a:spcPts val="0"/>
              </a:spcBef>
              <a:defRPr sz="2400" b="0" i="0" spc="140" baseline="0">
                <a:solidFill>
                  <a:srgbClr val="9FA0A4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marR="0" lvl="0" indent="0" algn="ctr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E" sz="2400" b="0" i="0" baseline="0" dirty="0">
                <a:solidFill>
                  <a:srgbClr val="9FA0A4"/>
                </a:solidFill>
              </a:rPr>
              <a:t>Wiggly Marmalade </a:t>
            </a:r>
            <a:r>
              <a:rPr lang="en-GB" sz="2400" b="0" i="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rPr>
              <a:t>d</a:t>
            </a:r>
            <a:r>
              <a:rPr lang="en-GB" dirty="0">
                <a:effectLst/>
                <a:latin typeface="Trebuchet MS" panose="020B0703020202090204" pitchFamily="34" charset="0"/>
              </a:rPr>
              <a:t>rizzled Squirrels in a cardboard Castle of Marshmallow Cacti</a:t>
            </a:r>
          </a:p>
          <a:p>
            <a:pPr lvl="0"/>
            <a:endParaRPr lang="en-DE" dirty="0"/>
          </a:p>
        </p:txBody>
      </p:sp>
      <p:sp>
        <p:nvSpPr>
          <p:cNvPr id="3" name="Text Placeholder 45">
            <a:extLst>
              <a:ext uri="{FF2B5EF4-FFF2-40B4-BE49-F238E27FC236}">
                <a16:creationId xmlns:a16="http://schemas.microsoft.com/office/drawing/2014/main" id="{D114C84C-D408-F6EC-21F6-868B4ECAA7F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82892" y="6282000"/>
            <a:ext cx="3780000" cy="1661993"/>
          </a:xfrm>
        </p:spPr>
        <p:txBody>
          <a:bodyPr anchor="b" anchorCtr="0">
            <a:spAutoFit/>
          </a:bodyPr>
          <a:lstStyle>
            <a:lvl1pPr algn="ctr">
              <a:spcBef>
                <a:spcPts val="0"/>
              </a:spcBef>
              <a:defRPr sz="2400" b="0" i="0" spc="140" baseline="0">
                <a:solidFill>
                  <a:srgbClr val="9FA0A4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marR="0" lvl="0" indent="0" algn="ctr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E" sz="2400" b="0" i="0" baseline="0" dirty="0">
                <a:solidFill>
                  <a:srgbClr val="9FA0A4"/>
                </a:solidFill>
              </a:rPr>
              <a:t>Wiggly Marmalade </a:t>
            </a:r>
            <a:r>
              <a:rPr lang="en-GB" sz="2400" b="0" i="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rPr>
              <a:t>d</a:t>
            </a:r>
            <a:r>
              <a:rPr lang="en-GB" dirty="0">
                <a:effectLst/>
                <a:latin typeface="Trebuchet MS" panose="020B0703020202090204" pitchFamily="34" charset="0"/>
              </a:rPr>
              <a:t>rizzled Squirrels in a cardboard Castle of Marshmallow Cacti</a:t>
            </a:r>
          </a:p>
          <a:p>
            <a:pPr lvl="0"/>
            <a:endParaRPr lang="en-DE" dirty="0"/>
          </a:p>
        </p:txBody>
      </p:sp>
      <p:sp>
        <p:nvSpPr>
          <p:cNvPr id="5" name="Text Placeholder 45">
            <a:extLst>
              <a:ext uri="{FF2B5EF4-FFF2-40B4-BE49-F238E27FC236}">
                <a16:creationId xmlns:a16="http://schemas.microsoft.com/office/drawing/2014/main" id="{586A9473-852B-F998-9DB7-D627737897B0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3918584" y="6282000"/>
            <a:ext cx="3780000" cy="1661993"/>
          </a:xfrm>
        </p:spPr>
        <p:txBody>
          <a:bodyPr anchor="b" anchorCtr="0">
            <a:spAutoFit/>
          </a:bodyPr>
          <a:lstStyle>
            <a:lvl1pPr algn="ctr">
              <a:spcBef>
                <a:spcPts val="0"/>
              </a:spcBef>
              <a:defRPr sz="2400" b="0" i="0" spc="140" baseline="0">
                <a:solidFill>
                  <a:srgbClr val="9FA0A4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marR="0" lvl="0" indent="0" algn="ctr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E" sz="2400" b="0" i="0" baseline="0" dirty="0">
                <a:solidFill>
                  <a:srgbClr val="9FA0A4"/>
                </a:solidFill>
              </a:rPr>
              <a:t>Wiggly Marmalade </a:t>
            </a:r>
            <a:r>
              <a:rPr lang="en-GB" sz="2400" b="0" i="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rPr>
              <a:t>d</a:t>
            </a:r>
            <a:r>
              <a:rPr lang="en-GB" dirty="0">
                <a:effectLst/>
                <a:latin typeface="Trebuchet MS" panose="020B0703020202090204" pitchFamily="34" charset="0"/>
              </a:rPr>
              <a:t>rizzled Squirrels in a cardboard Castle of Marshmallow Cacti</a:t>
            </a:r>
          </a:p>
          <a:p>
            <a:pPr lvl="0"/>
            <a:endParaRPr lang="en-DE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BBAF27D-0D36-B49F-FC81-5434DDF741F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987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Process_Start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0" y="1076400"/>
            <a:ext cx="7851600" cy="1163395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en-US" dirty="0"/>
            </a:lvl1pPr>
          </a:lstStyle>
          <a:p>
            <a:pPr marL="0" lvl="0"/>
            <a:r>
              <a:rPr lang="en-GB" dirty="0"/>
              <a:t>your Process </a:t>
            </a:r>
            <a:br>
              <a:rPr lang="en-GB" dirty="0"/>
            </a:br>
            <a:r>
              <a:rPr lang="en-GB" dirty="0"/>
              <a:t>Part 1</a:t>
            </a:r>
            <a:endParaRPr lang="en-US" dirty="0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A79614AE-1565-169E-C887-DB42A05066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41200" y="444240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64" name="Text Placeholder 30">
            <a:extLst>
              <a:ext uri="{FF2B5EF4-FFF2-40B4-BE49-F238E27FC236}">
                <a16:creationId xmlns:a16="http://schemas.microsoft.com/office/drawing/2014/main" id="{37905D17-2031-BBAD-DA79-601DAEAE992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639141" y="444240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128B4A7B-2D23-8AD5-9A14-35DBFC7BC8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072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11831C65-588E-EE0C-8729-DF503F0F71F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7460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2DA2CDF3-8302-8DB0-5789-7E0FB699727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8360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707AA01E-C3E9-9488-E71C-AF4E5B869832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51704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7FD6A14-352C-4EF4-D006-9F60B31CF021}"/>
              </a:ext>
            </a:extLst>
          </p:cNvPr>
          <p:cNvCxnSpPr>
            <a:cxnSpLocks/>
          </p:cNvCxnSpPr>
          <p:nvPr userDrawn="1"/>
        </p:nvCxnSpPr>
        <p:spPr>
          <a:xfrm>
            <a:off x="390919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EBD388-18A3-9D42-BF6F-2C8DFC1BAB8E}"/>
              </a:ext>
            </a:extLst>
          </p:cNvPr>
          <p:cNvCxnSpPr>
            <a:cxnSpLocks/>
          </p:cNvCxnSpPr>
          <p:nvPr userDrawn="1"/>
        </p:nvCxnSpPr>
        <p:spPr>
          <a:xfrm>
            <a:off x="837970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F8B3257-A06B-918A-CE8D-1B0349D1FC35}"/>
              </a:ext>
            </a:extLst>
          </p:cNvPr>
          <p:cNvCxnSpPr>
            <a:cxnSpLocks/>
          </p:cNvCxnSpPr>
          <p:nvPr userDrawn="1"/>
        </p:nvCxnSpPr>
        <p:spPr>
          <a:xfrm>
            <a:off x="12931083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F16A2EC-CB4C-EC6C-77BF-AE9B696DBC51}"/>
              </a:ext>
            </a:extLst>
          </p:cNvPr>
          <p:cNvCxnSpPr>
            <a:cxnSpLocks/>
          </p:cNvCxnSpPr>
          <p:nvPr userDrawn="1"/>
        </p:nvCxnSpPr>
        <p:spPr>
          <a:xfrm>
            <a:off x="17129898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A72E1AD-1310-76EA-76B2-B7739597F5E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1509" y="5704058"/>
            <a:ext cx="3780000" cy="3015142"/>
          </a:xfrm>
        </p:spPr>
        <p:txBody>
          <a:bodyPr/>
          <a:lstStyle>
            <a:lvl1pPr marL="453600" indent="-342900" algn="l">
              <a:buFont typeface="Arial" panose="020B0604020202020204" pitchFamily="34" charset="0"/>
              <a:buChar char="•"/>
              <a:defRPr lang="en-GB" sz="2400" b="0" i="0" kern="1200" spc="15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D33FA1F-425C-0BE6-8410-7F2C9503F5E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52882" y="5705472"/>
            <a:ext cx="3780000" cy="3015142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5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F40482DF-FC83-F040-DDEA-80DA50407F9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491118" y="5705472"/>
            <a:ext cx="3780000" cy="3015142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5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C5F98929-9040-003A-145A-9ED3EB6C992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3932491" y="5704058"/>
            <a:ext cx="3780000" cy="3016556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5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919E9BC1-AC78-6898-709F-0F31D44BED7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76400" y="444240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7C4EC6B6-0A00-C05D-2C31-3C23DD4EB43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4515083" y="444240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FEEB687-9618-E8BD-3DC2-2A13F977B8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1406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Process_Middle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0" y="1076400"/>
            <a:ext cx="7851600" cy="1163395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en-US" dirty="0"/>
            </a:lvl1pPr>
          </a:lstStyle>
          <a:p>
            <a:pPr marL="0" lvl="0"/>
            <a:r>
              <a:rPr lang="en-GB" dirty="0"/>
              <a:t>your Process </a:t>
            </a:r>
            <a:br>
              <a:rPr lang="en-GB" dirty="0"/>
            </a:br>
            <a:r>
              <a:rPr lang="en-GB" dirty="0"/>
              <a:t>Part 2</a:t>
            </a:r>
            <a:endParaRPr lang="en-US" dirty="0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A79614AE-1565-169E-C887-DB42A05066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41200" y="444240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64" name="Text Placeholder 30">
            <a:extLst>
              <a:ext uri="{FF2B5EF4-FFF2-40B4-BE49-F238E27FC236}">
                <a16:creationId xmlns:a16="http://schemas.microsoft.com/office/drawing/2014/main" id="{37905D17-2031-BBAD-DA79-601DAEAE992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639141" y="444240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128B4A7B-2D23-8AD5-9A14-35DBFC7BC8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072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11831C65-588E-EE0C-8729-DF503F0F71F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7460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2DA2CDF3-8302-8DB0-5789-7E0FB699727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8360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707AA01E-C3E9-9488-E71C-AF4E5B869832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51704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A72E1AD-1310-76EA-76B2-B7739597F5E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1509" y="5704058"/>
            <a:ext cx="3780000" cy="3015142"/>
          </a:xfrm>
        </p:spPr>
        <p:txBody>
          <a:bodyPr/>
          <a:lstStyle>
            <a:lvl1pPr marL="453600" indent="-342900">
              <a:buFont typeface="Arial" panose="020B0604020202020204" pitchFamily="34" charset="0"/>
              <a:buChar char="•"/>
              <a:defRPr lang="en-GB" sz="2400" b="0" i="0" kern="1200" spc="15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D33FA1F-425C-0BE6-8410-7F2C9503F5E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52882" y="5705472"/>
            <a:ext cx="3780000" cy="3015142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5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F40482DF-FC83-F040-DDEA-80DA50407F9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491118" y="5705472"/>
            <a:ext cx="3780000" cy="3015142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5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C5F98929-9040-003A-145A-9ED3EB6C992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3932491" y="5704058"/>
            <a:ext cx="3780000" cy="3016556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5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919E9BC1-AC78-6898-709F-0F31D44BED7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76400" y="444240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7C4EC6B6-0A00-C05D-2C31-3C23DD4EB43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4515083" y="444240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5EA775A-9D40-DB26-E85E-59326D682BB8}"/>
              </a:ext>
            </a:extLst>
          </p:cNvPr>
          <p:cNvCxnSpPr>
            <a:cxnSpLocks/>
          </p:cNvCxnSpPr>
          <p:nvPr userDrawn="1"/>
        </p:nvCxnSpPr>
        <p:spPr>
          <a:xfrm>
            <a:off x="390919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BB7D62-E98E-5A19-ACF5-271CE89F44D6}"/>
              </a:ext>
            </a:extLst>
          </p:cNvPr>
          <p:cNvCxnSpPr>
            <a:cxnSpLocks/>
          </p:cNvCxnSpPr>
          <p:nvPr userDrawn="1"/>
        </p:nvCxnSpPr>
        <p:spPr>
          <a:xfrm>
            <a:off x="837970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A03C6C6-520D-9608-4B8A-73DCB19D51A2}"/>
              </a:ext>
            </a:extLst>
          </p:cNvPr>
          <p:cNvCxnSpPr>
            <a:cxnSpLocks/>
          </p:cNvCxnSpPr>
          <p:nvPr userDrawn="1"/>
        </p:nvCxnSpPr>
        <p:spPr>
          <a:xfrm>
            <a:off x="12931083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C97743C-9F5B-80D3-EDB0-3B2EA1BA1572}"/>
              </a:ext>
            </a:extLst>
          </p:cNvPr>
          <p:cNvCxnSpPr>
            <a:cxnSpLocks/>
          </p:cNvCxnSpPr>
          <p:nvPr userDrawn="1"/>
        </p:nvCxnSpPr>
        <p:spPr>
          <a:xfrm>
            <a:off x="-63162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21AF4F6-AE61-C879-F700-A82BBD5B7930}"/>
              </a:ext>
            </a:extLst>
          </p:cNvPr>
          <p:cNvCxnSpPr>
            <a:cxnSpLocks/>
          </p:cNvCxnSpPr>
          <p:nvPr userDrawn="1"/>
        </p:nvCxnSpPr>
        <p:spPr>
          <a:xfrm>
            <a:off x="17129898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90889040-E71F-95AA-4CF0-49CB077F82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7479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Process_End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0" y="1076400"/>
            <a:ext cx="7851600" cy="1163395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en-US" dirty="0"/>
            </a:lvl1pPr>
          </a:lstStyle>
          <a:p>
            <a:pPr marL="0" lvl="0"/>
            <a:r>
              <a:rPr lang="en-GB" dirty="0"/>
              <a:t>your Process </a:t>
            </a:r>
            <a:br>
              <a:rPr lang="en-GB" dirty="0"/>
            </a:br>
            <a:r>
              <a:rPr lang="en-GB" dirty="0"/>
              <a:t>Part 3</a:t>
            </a:r>
            <a:endParaRPr lang="en-US" dirty="0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A79614AE-1565-169E-C887-DB42A05066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41200" y="444240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64" name="Text Placeholder 30">
            <a:extLst>
              <a:ext uri="{FF2B5EF4-FFF2-40B4-BE49-F238E27FC236}">
                <a16:creationId xmlns:a16="http://schemas.microsoft.com/office/drawing/2014/main" id="{37905D17-2031-BBAD-DA79-601DAEAE992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639141" y="444240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4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128B4A7B-2D23-8AD5-9A14-35DBFC7BC8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072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11831C65-588E-EE0C-8729-DF503F0F71F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7460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2DA2CDF3-8302-8DB0-5789-7E0FB699727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8360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707AA01E-C3E9-9488-E71C-AF4E5B869832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51704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A72E1AD-1310-76EA-76B2-B7739597F5E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1509" y="5704058"/>
            <a:ext cx="3780000" cy="3015142"/>
          </a:xfrm>
        </p:spPr>
        <p:txBody>
          <a:bodyPr/>
          <a:lstStyle>
            <a:lvl1pPr marL="453600" indent="-342900">
              <a:buFont typeface="Arial" panose="020B0604020202020204" pitchFamily="34" charset="0"/>
              <a:buChar char="•"/>
              <a:defRPr lang="en-GB" sz="2400" b="0" i="0" kern="120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D33FA1F-425C-0BE6-8410-7F2C9503F5E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52882" y="5705472"/>
            <a:ext cx="3780000" cy="3015142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F40482DF-FC83-F040-DDEA-80DA50407F9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491118" y="5705472"/>
            <a:ext cx="3780000" cy="3015142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C5F98929-9040-003A-145A-9ED3EB6C992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3932491" y="5704058"/>
            <a:ext cx="3780000" cy="3016556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919E9BC1-AC78-6898-709F-0F31D44BED7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76400" y="444240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4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7C4EC6B6-0A00-C05D-2C31-3C23DD4EB43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4515083" y="444240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4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186CA11-C23A-01C0-EDD2-E11483760243}"/>
              </a:ext>
            </a:extLst>
          </p:cNvPr>
          <p:cNvCxnSpPr>
            <a:cxnSpLocks/>
          </p:cNvCxnSpPr>
          <p:nvPr userDrawn="1"/>
        </p:nvCxnSpPr>
        <p:spPr>
          <a:xfrm>
            <a:off x="390919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E2A2AC-30DF-4E5E-3468-3ECB128944E5}"/>
              </a:ext>
            </a:extLst>
          </p:cNvPr>
          <p:cNvCxnSpPr>
            <a:cxnSpLocks/>
          </p:cNvCxnSpPr>
          <p:nvPr userDrawn="1"/>
        </p:nvCxnSpPr>
        <p:spPr>
          <a:xfrm>
            <a:off x="837970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43390E9-B975-8152-0763-2F14AE783400}"/>
              </a:ext>
            </a:extLst>
          </p:cNvPr>
          <p:cNvCxnSpPr>
            <a:cxnSpLocks/>
          </p:cNvCxnSpPr>
          <p:nvPr userDrawn="1"/>
        </p:nvCxnSpPr>
        <p:spPr>
          <a:xfrm>
            <a:off x="12931083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880F90D-079A-6D60-670B-4CB7DF4A7A09}"/>
              </a:ext>
            </a:extLst>
          </p:cNvPr>
          <p:cNvCxnSpPr>
            <a:cxnSpLocks/>
          </p:cNvCxnSpPr>
          <p:nvPr userDrawn="1"/>
        </p:nvCxnSpPr>
        <p:spPr>
          <a:xfrm>
            <a:off x="-63162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3E566C0F-C045-70EC-8AA2-A20E0936CD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57820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Timeline_Start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en-GB" dirty="0"/>
              <a:t>your Timeline </a:t>
            </a:r>
            <a:br>
              <a:rPr lang="en-GB" dirty="0"/>
            </a:br>
            <a:r>
              <a:rPr lang="en-GB" dirty="0"/>
              <a:t>Part 1</a:t>
            </a:r>
            <a:endParaRPr lang="en-US" dirty="0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A79614AE-1565-169E-C887-DB42A05066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41200" y="44424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Phase X</a:t>
            </a:r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128B4A7B-2D23-8AD5-9A14-35DBFC7BC8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072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11831C65-588E-EE0C-8729-DF503F0F71F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7460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2DA2CDF3-8302-8DB0-5789-7E0FB699727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8360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707AA01E-C3E9-9488-E71C-AF4E5B869832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51704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A72E1AD-1310-76EA-76B2-B7739597F5E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1509" y="6135814"/>
            <a:ext cx="3780000" cy="2584800"/>
          </a:xfrm>
        </p:spPr>
        <p:txBody>
          <a:bodyPr/>
          <a:lstStyle>
            <a:lvl1pPr marL="453600" indent="-342900">
              <a:buFont typeface="Arial" panose="020B0604020202020204" pitchFamily="34" charset="0"/>
              <a:buChar char="•"/>
              <a:defRPr lang="en-GB" sz="2400" b="0" i="0" kern="120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D33FA1F-425C-0BE6-8410-7F2C9503F5E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52882" y="6135814"/>
            <a:ext cx="3780000" cy="2584800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F40482DF-FC83-F040-DDEA-80DA50407F9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491118" y="6135814"/>
            <a:ext cx="3780000" cy="2584800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C5F98929-9040-003A-145A-9ED3EB6C992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3932491" y="6135814"/>
            <a:ext cx="3780000" cy="2584800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6" name="Text Placeholder 30">
            <a:extLst>
              <a:ext uri="{FF2B5EF4-FFF2-40B4-BE49-F238E27FC236}">
                <a16:creationId xmlns:a16="http://schemas.microsoft.com/office/drawing/2014/main" id="{3D47F087-C649-E189-B1A4-DB4AD2CAF61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141199" y="51732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4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92B36EB2-C53C-0017-73A6-94A342F84BF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659200" y="44424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Phase X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42DD7C4D-B289-953A-3173-6DB48B7ADAF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659200" y="51732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4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F0EB2179-05EE-BC35-39AE-2AD7A3D41A4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015200" y="44424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Phase X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50C371DB-B69A-E2F0-6ED7-BA1FCCA1C29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015200" y="51732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4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322673B0-58DD-649D-0FFE-F9814559F3B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4533200" y="44424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Phase X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DD854897-3DE9-BB7D-CF88-598FDBD4FF8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4533200" y="51732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4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EE3B9122-A4CE-C9BC-362C-3B5DA1F7FF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7C35B23-97A6-3981-6688-80DF41F8CB25}"/>
              </a:ext>
            </a:extLst>
          </p:cNvPr>
          <p:cNvCxnSpPr>
            <a:cxnSpLocks/>
          </p:cNvCxnSpPr>
          <p:nvPr userDrawn="1"/>
        </p:nvCxnSpPr>
        <p:spPr>
          <a:xfrm>
            <a:off x="390919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3A30A2F-FA93-B7A5-44CD-1185354D1F00}"/>
              </a:ext>
            </a:extLst>
          </p:cNvPr>
          <p:cNvCxnSpPr>
            <a:cxnSpLocks/>
          </p:cNvCxnSpPr>
          <p:nvPr userDrawn="1"/>
        </p:nvCxnSpPr>
        <p:spPr>
          <a:xfrm>
            <a:off x="837970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D8732F9-48A8-A973-154D-665629740B09}"/>
              </a:ext>
            </a:extLst>
          </p:cNvPr>
          <p:cNvCxnSpPr>
            <a:cxnSpLocks/>
          </p:cNvCxnSpPr>
          <p:nvPr userDrawn="1"/>
        </p:nvCxnSpPr>
        <p:spPr>
          <a:xfrm>
            <a:off x="12931083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6AC3A1B-B7AB-FD26-A213-BB27D6E04C49}"/>
              </a:ext>
            </a:extLst>
          </p:cNvPr>
          <p:cNvCxnSpPr>
            <a:cxnSpLocks/>
          </p:cNvCxnSpPr>
          <p:nvPr userDrawn="1"/>
        </p:nvCxnSpPr>
        <p:spPr>
          <a:xfrm>
            <a:off x="17129898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29273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Timeline_Middle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en-GB" dirty="0"/>
              <a:t>your Timeline </a:t>
            </a:r>
            <a:br>
              <a:rPr lang="en-GB" dirty="0"/>
            </a:br>
            <a:r>
              <a:rPr lang="en-GB" dirty="0"/>
              <a:t>Part 2</a:t>
            </a:r>
            <a:endParaRPr lang="en-US" dirty="0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A79614AE-1565-169E-C887-DB42A05066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41200" y="44424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Phase X</a:t>
            </a:r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128B4A7B-2D23-8AD5-9A14-35DBFC7BC8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072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11831C65-588E-EE0C-8729-DF503F0F71F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7460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2DA2CDF3-8302-8DB0-5789-7E0FB699727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8360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707AA01E-C3E9-9488-E71C-AF4E5B869832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51704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6" name="Text Placeholder 30">
            <a:extLst>
              <a:ext uri="{FF2B5EF4-FFF2-40B4-BE49-F238E27FC236}">
                <a16:creationId xmlns:a16="http://schemas.microsoft.com/office/drawing/2014/main" id="{3D47F087-C649-E189-B1A4-DB4AD2CAF61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141199" y="51732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4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92B36EB2-C53C-0017-73A6-94A342F84BF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659200" y="44424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Phase X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42DD7C4D-B289-953A-3173-6DB48B7ADAF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659200" y="51732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4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F0EB2179-05EE-BC35-39AE-2AD7A3D41A4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015200" y="44424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Phase X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50C371DB-B69A-E2F0-6ED7-BA1FCCA1C29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015200" y="51732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4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322673B0-58DD-649D-0FFE-F9814559F3B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4533200" y="44424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Phase X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DD854897-3DE9-BB7D-CF88-598FDBD4FF8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4533200" y="51732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4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BFE6C94-A618-10C5-D1EF-8F2EF8C831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7D982E4-2034-0B62-48B3-AB116E87FC6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1509" y="6135814"/>
            <a:ext cx="3780000" cy="2584800"/>
          </a:xfrm>
        </p:spPr>
        <p:txBody>
          <a:bodyPr/>
          <a:lstStyle>
            <a:lvl1pPr marL="453600" indent="-342900">
              <a:buFont typeface="Arial" panose="020B0604020202020204" pitchFamily="34" charset="0"/>
              <a:buChar char="•"/>
              <a:defRPr lang="en-GB" sz="2400" b="0" i="0" kern="120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D15D3B40-45B0-4E1B-AA43-D50FBDB182E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52882" y="6135814"/>
            <a:ext cx="3780000" cy="2584800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51E4A93F-6DFD-A63E-0F0C-A892BA9C5E8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491118" y="6135814"/>
            <a:ext cx="3780000" cy="2584800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2BA3A4E9-300C-B5F0-8F3C-357F0614C11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3932491" y="6135814"/>
            <a:ext cx="3780000" cy="2584800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52EF33-E88C-7404-3905-9AF87A4E17F0}"/>
              </a:ext>
            </a:extLst>
          </p:cNvPr>
          <p:cNvCxnSpPr>
            <a:cxnSpLocks/>
          </p:cNvCxnSpPr>
          <p:nvPr userDrawn="1"/>
        </p:nvCxnSpPr>
        <p:spPr>
          <a:xfrm>
            <a:off x="390919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B79B98B-0BF0-EEB3-D213-2C22AF4EE6D1}"/>
              </a:ext>
            </a:extLst>
          </p:cNvPr>
          <p:cNvCxnSpPr>
            <a:cxnSpLocks/>
          </p:cNvCxnSpPr>
          <p:nvPr userDrawn="1"/>
        </p:nvCxnSpPr>
        <p:spPr>
          <a:xfrm>
            <a:off x="837970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B0F27A6-7DC9-4B8A-BBE1-2463DC1D91D3}"/>
              </a:ext>
            </a:extLst>
          </p:cNvPr>
          <p:cNvCxnSpPr>
            <a:cxnSpLocks/>
          </p:cNvCxnSpPr>
          <p:nvPr userDrawn="1"/>
        </p:nvCxnSpPr>
        <p:spPr>
          <a:xfrm>
            <a:off x="12931083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F24BF8-F054-D095-59FA-16A5D6F0A56B}"/>
              </a:ext>
            </a:extLst>
          </p:cNvPr>
          <p:cNvCxnSpPr>
            <a:cxnSpLocks/>
          </p:cNvCxnSpPr>
          <p:nvPr userDrawn="1"/>
        </p:nvCxnSpPr>
        <p:spPr>
          <a:xfrm>
            <a:off x="-63162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4E54B0F-8668-4A15-278F-92E779B2F65C}"/>
              </a:ext>
            </a:extLst>
          </p:cNvPr>
          <p:cNvCxnSpPr>
            <a:cxnSpLocks/>
          </p:cNvCxnSpPr>
          <p:nvPr userDrawn="1"/>
        </p:nvCxnSpPr>
        <p:spPr>
          <a:xfrm>
            <a:off x="17129898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4592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Timeline_End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en-GB" dirty="0"/>
              <a:t>your Timeline </a:t>
            </a:r>
            <a:br>
              <a:rPr lang="en-GB" dirty="0"/>
            </a:br>
            <a:r>
              <a:rPr lang="en-GB" dirty="0"/>
              <a:t>Part 3</a:t>
            </a:r>
            <a:endParaRPr lang="en-US" dirty="0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A79614AE-1565-169E-C887-DB42A05066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41200" y="44424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Phase X</a:t>
            </a:r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128B4A7B-2D23-8AD5-9A14-35DBFC7BC8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072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11831C65-588E-EE0C-8729-DF503F0F71F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7460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2DA2CDF3-8302-8DB0-5789-7E0FB699727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8360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707AA01E-C3E9-9488-E71C-AF4E5B869832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51704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6" name="Text Placeholder 30">
            <a:extLst>
              <a:ext uri="{FF2B5EF4-FFF2-40B4-BE49-F238E27FC236}">
                <a16:creationId xmlns:a16="http://schemas.microsoft.com/office/drawing/2014/main" id="{3D47F087-C649-E189-B1A4-DB4AD2CAF61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141199" y="51732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4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92B36EB2-C53C-0017-73A6-94A342F84BF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659200" y="44424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Phase X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42DD7C4D-B289-953A-3173-6DB48B7ADAF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659200" y="51732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4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F0EB2179-05EE-BC35-39AE-2AD7A3D41A4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015200" y="44424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Phase X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50C371DB-B69A-E2F0-6ED7-BA1FCCA1C29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015200" y="51732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4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322673B0-58DD-649D-0FFE-F9814559F3B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4533200" y="44424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Phase X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DD854897-3DE9-BB7D-CF88-598FDBD4FF8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4533200" y="51732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4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71F78A9-8AB3-CE5B-2DB9-CF9D4FE9DE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F8C95762-31FD-0ED0-3EB4-816DB5F5A70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1509" y="6135814"/>
            <a:ext cx="3780000" cy="2584800"/>
          </a:xfrm>
        </p:spPr>
        <p:txBody>
          <a:bodyPr/>
          <a:lstStyle>
            <a:lvl1pPr marL="453600" indent="-342900">
              <a:buFont typeface="Arial" panose="020B0604020202020204" pitchFamily="34" charset="0"/>
              <a:buChar char="•"/>
              <a:defRPr lang="en-GB" sz="2400" b="0" i="0" kern="120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708A27EC-7B83-9E03-CF71-15B1395D310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52882" y="6135814"/>
            <a:ext cx="3780000" cy="2584800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773B8DD7-5961-D4A8-05AD-7B3C04E8494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491118" y="6135814"/>
            <a:ext cx="3780000" cy="2584800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65921D37-CAA9-5CA4-EFF9-5A156EF4961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3932491" y="6135814"/>
            <a:ext cx="3780000" cy="2584800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04C9C45-F9A4-529B-159E-24CF09633660}"/>
              </a:ext>
            </a:extLst>
          </p:cNvPr>
          <p:cNvCxnSpPr>
            <a:cxnSpLocks/>
          </p:cNvCxnSpPr>
          <p:nvPr userDrawn="1"/>
        </p:nvCxnSpPr>
        <p:spPr>
          <a:xfrm>
            <a:off x="390919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F478DB6-999E-DB6B-074D-4784FC80080E}"/>
              </a:ext>
            </a:extLst>
          </p:cNvPr>
          <p:cNvCxnSpPr>
            <a:cxnSpLocks/>
          </p:cNvCxnSpPr>
          <p:nvPr userDrawn="1"/>
        </p:nvCxnSpPr>
        <p:spPr>
          <a:xfrm>
            <a:off x="837970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2A02557-7786-909A-D965-AD7B07D878E8}"/>
              </a:ext>
            </a:extLst>
          </p:cNvPr>
          <p:cNvCxnSpPr>
            <a:cxnSpLocks/>
          </p:cNvCxnSpPr>
          <p:nvPr userDrawn="1"/>
        </p:nvCxnSpPr>
        <p:spPr>
          <a:xfrm>
            <a:off x="12931083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883D695-A94F-DCD6-18A2-57D66A3A0B15}"/>
              </a:ext>
            </a:extLst>
          </p:cNvPr>
          <p:cNvCxnSpPr>
            <a:cxnSpLocks/>
          </p:cNvCxnSpPr>
          <p:nvPr userDrawn="1"/>
        </p:nvCxnSpPr>
        <p:spPr>
          <a:xfrm>
            <a:off x="-63162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99206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Cards_IconText_TwoColumns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2F51B38-3064-A4CE-D735-80C09D88973B}"/>
              </a:ext>
            </a:extLst>
          </p:cNvPr>
          <p:cNvSpPr/>
          <p:nvPr userDrawn="1"/>
        </p:nvSpPr>
        <p:spPr>
          <a:xfrm flipH="1" flipV="1">
            <a:off x="9758780" y="2820772"/>
            <a:ext cx="7236822" cy="6388316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0FB6062-4DE2-CD5B-7D2B-DC1F491BE8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604157" y="6281547"/>
            <a:ext cx="5671901" cy="1846659"/>
          </a:xfrm>
        </p:spPr>
        <p:txBody>
          <a:bodyPr>
            <a:spAutoFit/>
          </a:bodyPr>
          <a:lstStyle>
            <a:lvl1pPr>
              <a:defRPr spc="140" baseline="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0F5226-5395-514A-14C9-607851883417}"/>
              </a:ext>
            </a:extLst>
          </p:cNvPr>
          <p:cNvSpPr/>
          <p:nvPr userDrawn="1"/>
        </p:nvSpPr>
        <p:spPr>
          <a:xfrm flipH="1" flipV="1">
            <a:off x="1292400" y="2820772"/>
            <a:ext cx="7236822" cy="6388316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9A0AA196-2D2E-595C-16B6-7C778BABB61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5248" y="3217854"/>
            <a:ext cx="2510671" cy="248217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6A6B935A-93BF-B255-F1D4-F652351A6AA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2184771" y="3217854"/>
            <a:ext cx="2510671" cy="248217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FE41FA93-79D6-F809-9E05-02FAC3AAD1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074860" y="6281001"/>
            <a:ext cx="5671901" cy="1846659"/>
          </a:xfrm>
        </p:spPr>
        <p:txBody>
          <a:bodyPr>
            <a:spAutoFit/>
          </a:bodyPr>
          <a:lstStyle>
            <a:lvl1pPr>
              <a:defRPr spc="140" baseline="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F5CE3FF-E4EB-42F0-1D56-7F0957C0CE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57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Cards_IconHeadingTextIcon_TwoColumns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2F51B38-3064-A4CE-D735-80C09D88973B}"/>
              </a:ext>
            </a:extLst>
          </p:cNvPr>
          <p:cNvSpPr/>
          <p:nvPr userDrawn="1"/>
        </p:nvSpPr>
        <p:spPr>
          <a:xfrm flipH="1" flipV="1">
            <a:off x="9758780" y="2820772"/>
            <a:ext cx="7236822" cy="6388316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1" name="Picture Placeholder 19">
            <a:extLst>
              <a:ext uri="{FF2B5EF4-FFF2-40B4-BE49-F238E27FC236}">
                <a16:creationId xmlns:a16="http://schemas.microsoft.com/office/drawing/2014/main" id="{59A033A8-C599-2EF3-6A7F-2B01D446BDC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612949" y="3217854"/>
            <a:ext cx="1281113" cy="1254125"/>
          </a:xfrm>
          <a:noFill/>
        </p:spPr>
        <p:txBody>
          <a:bodyPr/>
          <a:lstStyle/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6D2F39D9-0B55-D2D9-ADD6-13E1029B7E0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808728" y="4949941"/>
            <a:ext cx="513692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4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0FB6062-4DE2-CD5B-7D2B-DC1F491BE8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604157" y="6281547"/>
            <a:ext cx="5671901" cy="1846659"/>
          </a:xfrm>
        </p:spPr>
        <p:txBody>
          <a:bodyPr>
            <a:spAutoFit/>
          </a:bodyPr>
          <a:lstStyle>
            <a:lvl1pPr>
              <a:defRPr spc="140" baseline="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0F5226-5395-514A-14C9-607851883417}"/>
              </a:ext>
            </a:extLst>
          </p:cNvPr>
          <p:cNvSpPr/>
          <p:nvPr userDrawn="1"/>
        </p:nvSpPr>
        <p:spPr>
          <a:xfrm flipH="1" flipV="1">
            <a:off x="1292400" y="2820772"/>
            <a:ext cx="7236822" cy="6388316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9A0AA196-2D2E-595C-16B6-7C778BABB61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146569" y="3217854"/>
            <a:ext cx="1281113" cy="1254125"/>
          </a:xfrm>
          <a:noFill/>
        </p:spPr>
        <p:txBody>
          <a:bodyPr/>
          <a:lstStyle/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4" name="Text Placeholder 30">
            <a:extLst>
              <a:ext uri="{FF2B5EF4-FFF2-40B4-BE49-F238E27FC236}">
                <a16:creationId xmlns:a16="http://schemas.microsoft.com/office/drawing/2014/main" id="{10DC7A61-7AE4-6D2B-FC18-214FC02235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342347" y="4947606"/>
            <a:ext cx="513692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4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" name="Text Placeholder 32">
            <a:extLst>
              <a:ext uri="{FF2B5EF4-FFF2-40B4-BE49-F238E27FC236}">
                <a16:creationId xmlns:a16="http://schemas.microsoft.com/office/drawing/2014/main" id="{6346DC61-7588-BE42-737A-724FDFD1935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74860" y="6281546"/>
            <a:ext cx="5671901" cy="1846659"/>
          </a:xfrm>
        </p:spPr>
        <p:txBody>
          <a:bodyPr>
            <a:spAutoFit/>
          </a:bodyPr>
          <a:lstStyle>
            <a:lvl1pPr>
              <a:defRPr spc="140" baseline="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3C5E37C-4229-2CD9-BDA2-05C79C8A9C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465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Cards_HeadingText_TwoColumns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2F51B38-3064-A4CE-D735-80C09D88973B}"/>
              </a:ext>
            </a:extLst>
          </p:cNvPr>
          <p:cNvSpPr/>
          <p:nvPr userDrawn="1"/>
        </p:nvSpPr>
        <p:spPr>
          <a:xfrm flipH="1" flipV="1">
            <a:off x="9758780" y="2820772"/>
            <a:ext cx="7236822" cy="5311916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6D2F39D9-0B55-D2D9-ADD6-13E1029B7E0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808727" y="3218400"/>
            <a:ext cx="5136925" cy="886397"/>
          </a:xfrm>
        </p:spPr>
        <p:txBody>
          <a:bodyPr anchor="b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4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0FB6062-4DE2-CD5B-7D2B-DC1F491BE8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41238" y="4659538"/>
            <a:ext cx="5671901" cy="1846659"/>
          </a:xfrm>
        </p:spPr>
        <p:txBody>
          <a:bodyPr>
            <a:spAutoFit/>
          </a:bodyPr>
          <a:lstStyle>
            <a:lvl1pPr>
              <a:defRPr spc="140" baseline="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0F5226-5395-514A-14C9-607851883417}"/>
              </a:ext>
            </a:extLst>
          </p:cNvPr>
          <p:cNvSpPr/>
          <p:nvPr userDrawn="1"/>
        </p:nvSpPr>
        <p:spPr>
          <a:xfrm flipH="1" flipV="1">
            <a:off x="1292400" y="2820772"/>
            <a:ext cx="7236822" cy="5311916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/>
          </a:p>
        </p:txBody>
      </p:sp>
      <p:sp>
        <p:nvSpPr>
          <p:cNvPr id="4" name="Text Placeholder 30">
            <a:extLst>
              <a:ext uri="{FF2B5EF4-FFF2-40B4-BE49-F238E27FC236}">
                <a16:creationId xmlns:a16="http://schemas.microsoft.com/office/drawing/2014/main" id="{10DC7A61-7AE4-6D2B-FC18-214FC02235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459940" y="3218400"/>
            <a:ext cx="5136925" cy="886397"/>
          </a:xfrm>
        </p:spPr>
        <p:txBody>
          <a:bodyPr anchor="b" anchorCtr="0">
            <a:noAutofit/>
          </a:bodyPr>
          <a:lstStyle>
            <a:lvl1pPr marL="0" indent="0" algn="ctr" defTabSz="457200" rtl="0" eaLnBrk="1" latinLnBrk="0" hangingPunct="1">
              <a:buNone/>
              <a:defRPr lang="en-GB" sz="2800" b="1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1F9E9536-793E-D33D-B32A-814680DC231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92451" y="4659538"/>
            <a:ext cx="5671901" cy="1846659"/>
          </a:xfrm>
        </p:spPr>
        <p:txBody>
          <a:bodyPr>
            <a:spAutoFit/>
          </a:bodyPr>
          <a:lstStyle>
            <a:lvl1pPr>
              <a:defRPr spc="140" baseline="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798390C-05F5-6E85-6130-2C86DFE2AC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72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Cards_Icon_Heading_ThreeColumns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2F51B38-3064-A4CE-D735-80C09D88973B}"/>
              </a:ext>
            </a:extLst>
          </p:cNvPr>
          <p:cNvSpPr/>
          <p:nvPr userDrawn="1"/>
        </p:nvSpPr>
        <p:spPr>
          <a:xfrm flipV="1">
            <a:off x="6771600" y="2689200"/>
            <a:ext cx="4698000" cy="6519888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74652E-FE66-B482-B424-59A9A62E0C73}"/>
              </a:ext>
            </a:extLst>
          </p:cNvPr>
          <p:cNvSpPr/>
          <p:nvPr userDrawn="1"/>
        </p:nvSpPr>
        <p:spPr>
          <a:xfrm flipV="1">
            <a:off x="12362400" y="2689200"/>
            <a:ext cx="4698000" cy="6519888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F8B79E-AB0C-999B-5F05-9B89544C7191}"/>
              </a:ext>
            </a:extLst>
          </p:cNvPr>
          <p:cNvSpPr/>
          <p:nvPr userDrawn="1"/>
        </p:nvSpPr>
        <p:spPr>
          <a:xfrm flipV="1">
            <a:off x="1292400" y="2689200"/>
            <a:ext cx="4698000" cy="6519888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1" name="Picture Placeholder 19">
            <a:extLst>
              <a:ext uri="{FF2B5EF4-FFF2-40B4-BE49-F238E27FC236}">
                <a16:creationId xmlns:a16="http://schemas.microsoft.com/office/drawing/2014/main" id="{59A033A8-C599-2EF3-6A7F-2B01D446BDC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480043" y="3108460"/>
            <a:ext cx="1281113" cy="1254125"/>
          </a:xfrm>
          <a:noFill/>
        </p:spPr>
        <p:txBody>
          <a:bodyPr/>
          <a:lstStyle>
            <a:lvl1pPr>
              <a:defRPr lang="en-DE" sz="2800" b="1" i="0" kern="1200" spc="14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22" name="Picture Placeholder 19">
            <a:extLst>
              <a:ext uri="{FF2B5EF4-FFF2-40B4-BE49-F238E27FC236}">
                <a16:creationId xmlns:a16="http://schemas.microsoft.com/office/drawing/2014/main" id="{0B78BBFE-6304-868E-CAC3-FEED76B2E29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4113272" y="3108459"/>
            <a:ext cx="1281113" cy="1254125"/>
          </a:xfrm>
          <a:noFill/>
        </p:spPr>
        <p:txBody>
          <a:bodyPr/>
          <a:lstStyle/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6D2F39D9-0B55-D2D9-ADD6-13E1029B7E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85025" y="4841702"/>
            <a:ext cx="3812399" cy="1076325"/>
          </a:xfrm>
        </p:spPr>
        <p:txBody>
          <a:bodyPr/>
          <a:lstStyle>
            <a:lvl1pPr marL="0" algn="ctr" defTabSz="457200" rtl="0" eaLnBrk="1" latinLnBrk="0" hangingPunct="1">
              <a:defRPr lang="en-GB" sz="2800" b="1" i="0" kern="1200" spc="14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r>
              <a:rPr lang="en-GB" dirty="0"/>
              <a:t>Click to edit text styles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0FB6062-4DE2-CD5B-7D2B-DC1F491BE8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85025" y="6302375"/>
            <a:ext cx="3812400" cy="2518537"/>
          </a:xfrm>
        </p:spPr>
        <p:txBody>
          <a:bodyPr/>
          <a:lstStyle>
            <a:lvl1pPr>
              <a:defRPr spc="140" baseline="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3D267F3B-94E4-5A8B-06CC-9996083FDE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805200" y="4841702"/>
            <a:ext cx="3812400" cy="1076325"/>
          </a:xfrm>
        </p:spPr>
        <p:txBody>
          <a:bodyPr/>
          <a:lstStyle>
            <a:lvl1pPr marL="0" algn="ctr" defTabSz="457200" rtl="0" eaLnBrk="1" latinLnBrk="0" hangingPunct="1">
              <a:defRPr lang="en-GB" sz="2800" b="1" i="0" kern="1200" spc="14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r>
              <a:rPr lang="en-GB" dirty="0"/>
              <a:t>Click to edit text styles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DE9364ED-3F65-4C2C-23D2-DB6CCD1F03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787200" y="6302375"/>
            <a:ext cx="3812400" cy="2518536"/>
          </a:xfrm>
        </p:spPr>
        <p:txBody>
          <a:bodyPr/>
          <a:lstStyle>
            <a:lvl1pPr>
              <a:defRPr spc="140" baseline="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36" name="Picture Placeholder 19">
            <a:extLst>
              <a:ext uri="{FF2B5EF4-FFF2-40B4-BE49-F238E27FC236}">
                <a16:creationId xmlns:a16="http://schemas.microsoft.com/office/drawing/2014/main" id="{24FB98FF-5E76-556B-4DA0-77D8F6E6A06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999967" y="3109903"/>
            <a:ext cx="1281113" cy="1254125"/>
          </a:xfrm>
          <a:noFill/>
        </p:spPr>
        <p:txBody>
          <a:bodyPr/>
          <a:lstStyle/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8FE3714-E836-572B-4563-E94BD2D1F4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34323" y="4841702"/>
            <a:ext cx="3812400" cy="1076400"/>
          </a:xfrm>
        </p:spPr>
        <p:txBody>
          <a:bodyPr/>
          <a:lstStyle>
            <a:lvl1pPr algn="ctr">
              <a:defRPr lang="en-DE" sz="2800" b="1" i="0" kern="1200" spc="14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r>
              <a:rPr lang="en-GB" dirty="0"/>
              <a:t>Click to edit text styles</a:t>
            </a:r>
            <a:endParaRPr lang="en-DE" dirty="0"/>
          </a:p>
        </p:txBody>
      </p:sp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D90F1557-DB4F-0C27-5C37-441B029FCEE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34323" y="6302374"/>
            <a:ext cx="3812400" cy="2518537"/>
          </a:xfrm>
        </p:spPr>
        <p:txBody>
          <a:bodyPr/>
          <a:lstStyle>
            <a:lvl1pPr>
              <a:defRPr spc="140" baseline="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CFFAB11-EEAA-14C6-C0B5-D3B2E59F4D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6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1" userDrawn="1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Cards_IconText_ThreeColumns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2F51B38-3064-A4CE-D735-80C09D88973B}"/>
              </a:ext>
            </a:extLst>
          </p:cNvPr>
          <p:cNvSpPr/>
          <p:nvPr userDrawn="1"/>
        </p:nvSpPr>
        <p:spPr>
          <a:xfrm flipV="1">
            <a:off x="6771600" y="2689200"/>
            <a:ext cx="4698000" cy="6519888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74652E-FE66-B482-B424-59A9A62E0C73}"/>
              </a:ext>
            </a:extLst>
          </p:cNvPr>
          <p:cNvSpPr/>
          <p:nvPr userDrawn="1"/>
        </p:nvSpPr>
        <p:spPr>
          <a:xfrm flipV="1">
            <a:off x="12362400" y="2689200"/>
            <a:ext cx="4698000" cy="6519888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F8B79E-AB0C-999B-5F05-9B89544C7191}"/>
              </a:ext>
            </a:extLst>
          </p:cNvPr>
          <p:cNvSpPr/>
          <p:nvPr userDrawn="1"/>
        </p:nvSpPr>
        <p:spPr>
          <a:xfrm flipV="1">
            <a:off x="1292400" y="2689200"/>
            <a:ext cx="4698000" cy="6519888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0FB6062-4DE2-CD5B-7D2B-DC1F491BE8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85025" y="6001200"/>
            <a:ext cx="3812400" cy="2820937"/>
          </a:xfrm>
        </p:spPr>
        <p:txBody>
          <a:bodyPr/>
          <a:lstStyle>
            <a:lvl1pPr>
              <a:defRPr spc="140" baseline="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DE9364ED-3F65-4C2C-23D2-DB6CCD1F03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787200" y="6001200"/>
            <a:ext cx="3812400" cy="2820937"/>
          </a:xfrm>
        </p:spPr>
        <p:txBody>
          <a:bodyPr/>
          <a:lstStyle>
            <a:lvl1pPr>
              <a:defRPr spc="140" baseline="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36" name="Picture Placeholder 19">
            <a:extLst>
              <a:ext uri="{FF2B5EF4-FFF2-40B4-BE49-F238E27FC236}">
                <a16:creationId xmlns:a16="http://schemas.microsoft.com/office/drawing/2014/main" id="{24FB98FF-5E76-556B-4DA0-77D8F6E6A063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2372295" y="3070680"/>
            <a:ext cx="2536456" cy="24804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518F41E0-9063-3263-5019-F1ED047AC6BE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7875772" y="3070680"/>
            <a:ext cx="2536456" cy="24804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071CE64B-7E91-0A9A-470F-03AC65418AC9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13443172" y="3070680"/>
            <a:ext cx="2536456" cy="24804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E516F8B0-1190-7094-AD5B-E9B628FC43F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34323" y="6000485"/>
            <a:ext cx="3812400" cy="2821652"/>
          </a:xfrm>
        </p:spPr>
        <p:txBody>
          <a:bodyPr/>
          <a:lstStyle>
            <a:lvl1pPr>
              <a:defRPr spc="140" baseline="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BD018D4-2C7F-FAE8-49BB-295BD3EAB5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039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Cards_HeadingText_ThreeColumns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2F51B38-3064-A4CE-D735-80C09D88973B}"/>
              </a:ext>
            </a:extLst>
          </p:cNvPr>
          <p:cNvSpPr/>
          <p:nvPr userDrawn="1"/>
        </p:nvSpPr>
        <p:spPr>
          <a:xfrm flipV="1">
            <a:off x="6771600" y="2689200"/>
            <a:ext cx="4698000" cy="6519888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74652E-FE66-B482-B424-59A9A62E0C73}"/>
              </a:ext>
            </a:extLst>
          </p:cNvPr>
          <p:cNvSpPr/>
          <p:nvPr userDrawn="1"/>
        </p:nvSpPr>
        <p:spPr>
          <a:xfrm flipV="1">
            <a:off x="12362400" y="2689200"/>
            <a:ext cx="4698000" cy="6519888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F8B79E-AB0C-999B-5F05-9B89544C7191}"/>
              </a:ext>
            </a:extLst>
          </p:cNvPr>
          <p:cNvSpPr/>
          <p:nvPr userDrawn="1"/>
        </p:nvSpPr>
        <p:spPr>
          <a:xfrm flipV="1">
            <a:off x="1292400" y="2689200"/>
            <a:ext cx="4698000" cy="6519888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6D2F39D9-0B55-D2D9-ADD6-13E1029B7E0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85025" y="3218400"/>
            <a:ext cx="3812399" cy="1076325"/>
          </a:xfrm>
        </p:spPr>
        <p:txBody>
          <a:bodyPr/>
          <a:lstStyle>
            <a:lvl1pPr marL="0" algn="ctr" defTabSz="457200" rtl="0" eaLnBrk="1" latinLnBrk="0" hangingPunct="1">
              <a:defRPr lang="en-GB" sz="2800" b="1" i="0" kern="1200" spc="14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0FB6062-4DE2-CD5B-7D2B-DC1F491BE8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85025" y="4744131"/>
            <a:ext cx="3812400" cy="3924382"/>
          </a:xfrm>
        </p:spPr>
        <p:txBody>
          <a:bodyPr/>
          <a:lstStyle>
            <a:lvl1pPr>
              <a:defRPr spc="140" baseline="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3D267F3B-94E4-5A8B-06CC-9996083FDED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847628" y="3218400"/>
            <a:ext cx="3812400" cy="1076325"/>
          </a:xfrm>
        </p:spPr>
        <p:txBody>
          <a:bodyPr/>
          <a:lstStyle>
            <a:lvl1pPr marL="0" algn="ctr" defTabSz="457200" rtl="0" eaLnBrk="1" latinLnBrk="0" hangingPunct="1">
              <a:defRPr lang="en-GB" sz="2800" b="1" i="0" kern="1200" spc="14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DE9364ED-3F65-4C2C-23D2-DB6CCD1F03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787200" y="4744131"/>
            <a:ext cx="3812400" cy="3924381"/>
          </a:xfrm>
        </p:spPr>
        <p:txBody>
          <a:bodyPr/>
          <a:lstStyle>
            <a:lvl1pPr>
              <a:defRPr spc="140" baseline="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8FE3714-E836-572B-4563-E94BD2D1F41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734323" y="3218400"/>
            <a:ext cx="3812400" cy="1076400"/>
          </a:xfrm>
        </p:spPr>
        <p:txBody>
          <a:bodyPr/>
          <a:lstStyle>
            <a:lvl1pPr algn="ctr">
              <a:defRPr lang="en-DE" sz="2800" b="1" i="0" kern="1200" spc="14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645A0580-D5E1-8A36-64EF-139DAE6B3EC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19543" y="4744130"/>
            <a:ext cx="3812400" cy="3924382"/>
          </a:xfrm>
        </p:spPr>
        <p:txBody>
          <a:bodyPr/>
          <a:lstStyle>
            <a:lvl1pPr>
              <a:defRPr spc="140" baseline="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B44959C-DCF9-5902-0D44-5D4DADAB3D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105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Cards_HeadingText_FourColumns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478D7415-FBC5-BAD2-9DFD-0A8C1D387AE1}"/>
              </a:ext>
            </a:extLst>
          </p:cNvPr>
          <p:cNvSpPr/>
          <p:nvPr userDrawn="1"/>
        </p:nvSpPr>
        <p:spPr>
          <a:xfrm>
            <a:off x="13722152" y="2836135"/>
            <a:ext cx="3456000" cy="6372953"/>
          </a:xfrm>
          <a:prstGeom prst="rect">
            <a:avLst/>
          </a:prstGeom>
          <a:gradFill>
            <a:gsLst>
              <a:gs pos="80000">
                <a:srgbClr val="1B1E21"/>
              </a:gs>
              <a:gs pos="0">
                <a:srgbClr val="04020E">
                  <a:alpha val="99608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8D6BD07-E8DE-A685-4653-58FFB87826BF}"/>
              </a:ext>
            </a:extLst>
          </p:cNvPr>
          <p:cNvSpPr/>
          <p:nvPr userDrawn="1"/>
        </p:nvSpPr>
        <p:spPr>
          <a:xfrm>
            <a:off x="9614509" y="2836135"/>
            <a:ext cx="3456000" cy="6372953"/>
          </a:xfrm>
          <a:prstGeom prst="rect">
            <a:avLst/>
          </a:prstGeom>
          <a:gradFill>
            <a:gsLst>
              <a:gs pos="80000">
                <a:srgbClr val="1B1E21"/>
              </a:gs>
              <a:gs pos="0">
                <a:srgbClr val="04020E">
                  <a:alpha val="99608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ACAD63E-23EB-AFFB-21CB-05598C3C409A}"/>
              </a:ext>
            </a:extLst>
          </p:cNvPr>
          <p:cNvSpPr/>
          <p:nvPr userDrawn="1"/>
        </p:nvSpPr>
        <p:spPr>
          <a:xfrm>
            <a:off x="5435454" y="2836135"/>
            <a:ext cx="3456000" cy="6372953"/>
          </a:xfrm>
          <a:prstGeom prst="rect">
            <a:avLst/>
          </a:prstGeom>
          <a:gradFill>
            <a:gsLst>
              <a:gs pos="80000">
                <a:srgbClr val="1B1E21"/>
              </a:gs>
              <a:gs pos="0">
                <a:srgbClr val="04020E">
                  <a:alpha val="99608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0D1806F-74D9-A09D-101F-0753D129F686}"/>
              </a:ext>
            </a:extLst>
          </p:cNvPr>
          <p:cNvSpPr/>
          <p:nvPr userDrawn="1"/>
        </p:nvSpPr>
        <p:spPr>
          <a:xfrm>
            <a:off x="1292399" y="2836135"/>
            <a:ext cx="3456000" cy="6372953"/>
          </a:xfrm>
          <a:prstGeom prst="rect">
            <a:avLst/>
          </a:prstGeom>
          <a:gradFill>
            <a:gsLst>
              <a:gs pos="80000">
                <a:srgbClr val="1B1E21"/>
              </a:gs>
              <a:gs pos="0">
                <a:srgbClr val="04020E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5" name="Text Placeholder 32">
            <a:extLst>
              <a:ext uri="{FF2B5EF4-FFF2-40B4-BE49-F238E27FC236}">
                <a16:creationId xmlns:a16="http://schemas.microsoft.com/office/drawing/2014/main" id="{E1EFFDFE-E68C-33A1-7B94-BF6270E2257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843552" y="4690262"/>
            <a:ext cx="2614815" cy="2585323"/>
          </a:xfrm>
        </p:spPr>
        <p:txBody>
          <a:bodyPr wrap="square" anchor="t" anchorCtr="0">
            <a:spAutoFit/>
          </a:bodyPr>
          <a:lstStyle>
            <a:lvl1pPr>
              <a:defRPr spc="140" baseline="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67" name="Text Placeholder 32">
            <a:extLst>
              <a:ext uri="{FF2B5EF4-FFF2-40B4-BE49-F238E27FC236}">
                <a16:creationId xmlns:a16="http://schemas.microsoft.com/office/drawing/2014/main" id="{632BE547-0761-944C-4190-942E02B0CA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32694" y="4690262"/>
            <a:ext cx="2614815" cy="2585323"/>
          </a:xfrm>
        </p:spPr>
        <p:txBody>
          <a:bodyPr wrap="square" anchor="t" anchorCtr="0">
            <a:spAutoFit/>
          </a:bodyPr>
          <a:lstStyle>
            <a:lvl1pPr>
              <a:defRPr spc="140" baseline="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69" name="Text Placeholder 32">
            <a:extLst>
              <a:ext uri="{FF2B5EF4-FFF2-40B4-BE49-F238E27FC236}">
                <a16:creationId xmlns:a16="http://schemas.microsoft.com/office/drawing/2014/main" id="{DF551B1F-E305-5F41-5FA7-2905EEEC880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173350" y="4690262"/>
            <a:ext cx="2614815" cy="2585323"/>
          </a:xfrm>
        </p:spPr>
        <p:txBody>
          <a:bodyPr wrap="square" anchor="t" anchorCtr="0">
            <a:spAutoFit/>
          </a:bodyPr>
          <a:lstStyle>
            <a:lvl1pPr>
              <a:defRPr spc="140" baseline="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11" name="Text Placeholder 32">
            <a:extLst>
              <a:ext uri="{FF2B5EF4-FFF2-40B4-BE49-F238E27FC236}">
                <a16:creationId xmlns:a16="http://schemas.microsoft.com/office/drawing/2014/main" id="{C530F5F0-240F-4213-B3B8-3FB085228AB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707830" y="4716834"/>
            <a:ext cx="2614815" cy="2585323"/>
          </a:xfrm>
        </p:spPr>
        <p:txBody>
          <a:bodyPr wrap="square" anchor="t" anchorCtr="0">
            <a:spAutoFit/>
          </a:bodyPr>
          <a:lstStyle>
            <a:lvl1pPr>
              <a:defRPr spc="140" baseline="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2" name="Text Placeholder 30">
            <a:extLst>
              <a:ext uri="{FF2B5EF4-FFF2-40B4-BE49-F238E27FC236}">
                <a16:creationId xmlns:a16="http://schemas.microsoft.com/office/drawing/2014/main" id="{07BA5242-A610-8BEE-99F8-994F05A7A90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07830" y="3218400"/>
            <a:ext cx="2614815" cy="886397"/>
          </a:xfrm>
        </p:spPr>
        <p:txBody>
          <a:bodyPr>
            <a:noAutofit/>
          </a:bodyPr>
          <a:lstStyle>
            <a:lvl1pPr marL="0" indent="0" algn="ctr" defTabSz="457200" rtl="0" eaLnBrk="1" latinLnBrk="0" hangingPunct="1">
              <a:buNone/>
              <a:defRPr lang="en-GB" sz="2800" b="1" i="0" kern="1200" spc="14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3" name="Text Placeholder 30">
            <a:extLst>
              <a:ext uri="{FF2B5EF4-FFF2-40B4-BE49-F238E27FC236}">
                <a16:creationId xmlns:a16="http://schemas.microsoft.com/office/drawing/2014/main" id="{0515FB29-3144-3E97-8341-C307DC14312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852366" y="3218400"/>
            <a:ext cx="2614815" cy="886397"/>
          </a:xfrm>
        </p:spPr>
        <p:txBody>
          <a:bodyPr>
            <a:noAutofit/>
          </a:bodyPr>
          <a:lstStyle>
            <a:lvl1pPr marL="0" indent="0" algn="ctr" defTabSz="457200" rtl="0" eaLnBrk="1" latinLnBrk="0" hangingPunct="1">
              <a:buNone/>
              <a:defRPr lang="en-GB" sz="2800" b="1" i="0" kern="1200" spc="14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5" name="Text Placeholder 30">
            <a:extLst>
              <a:ext uri="{FF2B5EF4-FFF2-40B4-BE49-F238E27FC236}">
                <a16:creationId xmlns:a16="http://schemas.microsoft.com/office/drawing/2014/main" id="{D8B99EDD-D218-F81C-D24D-21E2F53FCBC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041508" y="3218400"/>
            <a:ext cx="2614815" cy="886397"/>
          </a:xfrm>
        </p:spPr>
        <p:txBody>
          <a:bodyPr>
            <a:noAutofit/>
          </a:bodyPr>
          <a:lstStyle>
            <a:lvl1pPr marL="0" indent="0" algn="ctr" defTabSz="457200" rtl="0" eaLnBrk="1" latinLnBrk="0" hangingPunct="1">
              <a:buNone/>
              <a:defRPr lang="en-GB" sz="2800" b="1" i="0" kern="1200" spc="14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10" name="Text Placeholder 30">
            <a:extLst>
              <a:ext uri="{FF2B5EF4-FFF2-40B4-BE49-F238E27FC236}">
                <a16:creationId xmlns:a16="http://schemas.microsoft.com/office/drawing/2014/main" id="{0D3A62EB-5048-4CDA-0B52-2D493B7EDBA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182164" y="3218400"/>
            <a:ext cx="2614815" cy="886397"/>
          </a:xfrm>
        </p:spPr>
        <p:txBody>
          <a:bodyPr>
            <a:noAutofit/>
          </a:bodyPr>
          <a:lstStyle>
            <a:lvl1pPr marL="0" indent="0" algn="ctr" defTabSz="457200" rtl="0" eaLnBrk="1" latinLnBrk="0" hangingPunct="1">
              <a:buNone/>
              <a:defRPr lang="en-GB" sz="2800" b="1" i="0" kern="1200" spc="14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E81BBBD-E18C-C6F0-F953-4DE31035C3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528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Cards_IconText_FourColumns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478D7415-FBC5-BAD2-9DFD-0A8C1D387AE1}"/>
              </a:ext>
            </a:extLst>
          </p:cNvPr>
          <p:cNvSpPr/>
          <p:nvPr userDrawn="1"/>
        </p:nvSpPr>
        <p:spPr>
          <a:xfrm>
            <a:off x="13722152" y="2836135"/>
            <a:ext cx="3456000" cy="6372953"/>
          </a:xfrm>
          <a:prstGeom prst="rect">
            <a:avLst/>
          </a:prstGeom>
          <a:gradFill>
            <a:gsLst>
              <a:gs pos="80000">
                <a:srgbClr val="1B1E21"/>
              </a:gs>
              <a:gs pos="0">
                <a:srgbClr val="04020E">
                  <a:alpha val="99608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8D6BD07-E8DE-A685-4653-58FFB87826BF}"/>
              </a:ext>
            </a:extLst>
          </p:cNvPr>
          <p:cNvSpPr/>
          <p:nvPr userDrawn="1"/>
        </p:nvSpPr>
        <p:spPr>
          <a:xfrm>
            <a:off x="9614509" y="2836135"/>
            <a:ext cx="3456000" cy="6372953"/>
          </a:xfrm>
          <a:prstGeom prst="rect">
            <a:avLst/>
          </a:prstGeom>
          <a:gradFill>
            <a:gsLst>
              <a:gs pos="80000">
                <a:srgbClr val="1B1E21"/>
              </a:gs>
              <a:gs pos="0">
                <a:srgbClr val="04020E">
                  <a:alpha val="99608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ACAD63E-23EB-AFFB-21CB-05598C3C409A}"/>
              </a:ext>
            </a:extLst>
          </p:cNvPr>
          <p:cNvSpPr/>
          <p:nvPr userDrawn="1"/>
        </p:nvSpPr>
        <p:spPr>
          <a:xfrm>
            <a:off x="5435454" y="2836135"/>
            <a:ext cx="3456000" cy="6372953"/>
          </a:xfrm>
          <a:prstGeom prst="rect">
            <a:avLst/>
          </a:prstGeom>
          <a:gradFill>
            <a:gsLst>
              <a:gs pos="80000">
                <a:srgbClr val="1B1E21"/>
              </a:gs>
              <a:gs pos="0">
                <a:srgbClr val="04020E">
                  <a:alpha val="99608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0D1806F-74D9-A09D-101F-0753D129F686}"/>
              </a:ext>
            </a:extLst>
          </p:cNvPr>
          <p:cNvSpPr/>
          <p:nvPr userDrawn="1"/>
        </p:nvSpPr>
        <p:spPr>
          <a:xfrm>
            <a:off x="1292399" y="2836135"/>
            <a:ext cx="3456000" cy="6372953"/>
          </a:xfrm>
          <a:prstGeom prst="rect">
            <a:avLst/>
          </a:prstGeom>
          <a:gradFill>
            <a:gsLst>
              <a:gs pos="80000">
                <a:srgbClr val="1B1E21"/>
              </a:gs>
              <a:gs pos="0">
                <a:srgbClr val="04020E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5" name="Text Placeholder 32">
            <a:extLst>
              <a:ext uri="{FF2B5EF4-FFF2-40B4-BE49-F238E27FC236}">
                <a16:creationId xmlns:a16="http://schemas.microsoft.com/office/drawing/2014/main" id="{E1EFFDFE-E68C-33A1-7B94-BF6270E2257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852366" y="5996039"/>
            <a:ext cx="2614815" cy="2585323"/>
          </a:xfrm>
        </p:spPr>
        <p:txBody>
          <a:bodyPr wrap="square" anchor="t" anchorCtr="0">
            <a:noAutofit/>
          </a:bodyPr>
          <a:lstStyle>
            <a:lvl1pPr>
              <a:defRPr spc="140" baseline="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67" name="Text Placeholder 32">
            <a:extLst>
              <a:ext uri="{FF2B5EF4-FFF2-40B4-BE49-F238E27FC236}">
                <a16:creationId xmlns:a16="http://schemas.microsoft.com/office/drawing/2014/main" id="{632BE547-0761-944C-4190-942E02B0CA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41508" y="5996039"/>
            <a:ext cx="2614815" cy="2585323"/>
          </a:xfrm>
        </p:spPr>
        <p:txBody>
          <a:bodyPr wrap="square" anchor="t" anchorCtr="0">
            <a:noAutofit/>
          </a:bodyPr>
          <a:lstStyle>
            <a:lvl1pPr>
              <a:defRPr spc="140" baseline="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69" name="Text Placeholder 32">
            <a:extLst>
              <a:ext uri="{FF2B5EF4-FFF2-40B4-BE49-F238E27FC236}">
                <a16:creationId xmlns:a16="http://schemas.microsoft.com/office/drawing/2014/main" id="{DF551B1F-E305-5F41-5FA7-2905EEEC880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49371" y="5996039"/>
            <a:ext cx="2614815" cy="2585323"/>
          </a:xfrm>
        </p:spPr>
        <p:txBody>
          <a:bodyPr wrap="square" anchor="t" anchorCtr="0">
            <a:noAutofit/>
          </a:bodyPr>
          <a:lstStyle>
            <a:lvl1pPr>
              <a:defRPr spc="140" baseline="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344E47C5-4E40-5DDB-6096-40E750AF797A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1780877" y="3102995"/>
            <a:ext cx="2480400" cy="24804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00C2ABF3-4A9F-876E-FC44-9C93D5B2CE9F}"/>
              </a:ext>
            </a:extLst>
          </p:cNvPr>
          <p:cNvSpPr>
            <a:spLocks noGrp="1" noChangeAspect="1"/>
          </p:cNvSpPr>
          <p:nvPr>
            <p:ph type="pic" sz="quarter" idx="40"/>
          </p:nvPr>
        </p:nvSpPr>
        <p:spPr>
          <a:xfrm>
            <a:off x="5919573" y="3102995"/>
            <a:ext cx="2480400" cy="24804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CFA77F12-AC5A-CE97-8597-9E5B131086F5}"/>
              </a:ext>
            </a:extLst>
          </p:cNvPr>
          <p:cNvSpPr>
            <a:spLocks noGrp="1" noChangeAspect="1"/>
          </p:cNvSpPr>
          <p:nvPr>
            <p:ph type="pic" sz="quarter" idx="41"/>
          </p:nvPr>
        </p:nvSpPr>
        <p:spPr>
          <a:xfrm>
            <a:off x="10102309" y="3117733"/>
            <a:ext cx="2480400" cy="24804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B16682F4-7376-3EFD-497F-4246D5C6B129}"/>
              </a:ext>
            </a:extLst>
          </p:cNvPr>
          <p:cNvSpPr>
            <a:spLocks noGrp="1" noChangeAspect="1"/>
          </p:cNvSpPr>
          <p:nvPr>
            <p:ph type="pic" sz="quarter" idx="42"/>
          </p:nvPr>
        </p:nvSpPr>
        <p:spPr>
          <a:xfrm>
            <a:off x="14316579" y="3117733"/>
            <a:ext cx="2480400" cy="24804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11" name="Text Placeholder 32">
            <a:extLst>
              <a:ext uri="{FF2B5EF4-FFF2-40B4-BE49-F238E27FC236}">
                <a16:creationId xmlns:a16="http://schemas.microsoft.com/office/drawing/2014/main" id="{C530F5F0-240F-4213-B3B8-3FB085228AB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716644" y="6022611"/>
            <a:ext cx="2614815" cy="2585323"/>
          </a:xfrm>
        </p:spPr>
        <p:txBody>
          <a:bodyPr wrap="square" anchor="t" anchorCtr="0">
            <a:noAutofit/>
          </a:bodyPr>
          <a:lstStyle>
            <a:lvl1pPr>
              <a:defRPr spc="140" baseline="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56D3B1E-3A75-B3D5-3CEC-2B6B46D63C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301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Cards_IconHeadingText_FourColumns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478D7415-FBC5-BAD2-9DFD-0A8C1D387AE1}"/>
              </a:ext>
            </a:extLst>
          </p:cNvPr>
          <p:cNvSpPr/>
          <p:nvPr userDrawn="1"/>
        </p:nvSpPr>
        <p:spPr>
          <a:xfrm>
            <a:off x="13722152" y="2836135"/>
            <a:ext cx="3456000" cy="6372953"/>
          </a:xfrm>
          <a:prstGeom prst="rect">
            <a:avLst/>
          </a:prstGeom>
          <a:gradFill>
            <a:gsLst>
              <a:gs pos="80000">
                <a:srgbClr val="1B1E21"/>
              </a:gs>
              <a:gs pos="0">
                <a:srgbClr val="04020E">
                  <a:alpha val="99608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8D6BD07-E8DE-A685-4653-58FFB87826BF}"/>
              </a:ext>
            </a:extLst>
          </p:cNvPr>
          <p:cNvSpPr/>
          <p:nvPr userDrawn="1"/>
        </p:nvSpPr>
        <p:spPr>
          <a:xfrm>
            <a:off x="9614509" y="2836135"/>
            <a:ext cx="3456000" cy="6372953"/>
          </a:xfrm>
          <a:prstGeom prst="rect">
            <a:avLst/>
          </a:prstGeom>
          <a:gradFill>
            <a:gsLst>
              <a:gs pos="80000">
                <a:srgbClr val="1B1E21"/>
              </a:gs>
              <a:gs pos="0">
                <a:srgbClr val="04020E">
                  <a:alpha val="99608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ACAD63E-23EB-AFFB-21CB-05598C3C409A}"/>
              </a:ext>
            </a:extLst>
          </p:cNvPr>
          <p:cNvSpPr/>
          <p:nvPr userDrawn="1"/>
        </p:nvSpPr>
        <p:spPr>
          <a:xfrm>
            <a:off x="5435454" y="2836135"/>
            <a:ext cx="3456000" cy="6372953"/>
          </a:xfrm>
          <a:prstGeom prst="rect">
            <a:avLst/>
          </a:prstGeom>
          <a:gradFill>
            <a:gsLst>
              <a:gs pos="80000">
                <a:srgbClr val="1B1E21"/>
              </a:gs>
              <a:gs pos="0">
                <a:srgbClr val="04020E">
                  <a:alpha val="99608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0D1806F-74D9-A09D-101F-0753D129F686}"/>
              </a:ext>
            </a:extLst>
          </p:cNvPr>
          <p:cNvSpPr/>
          <p:nvPr userDrawn="1"/>
        </p:nvSpPr>
        <p:spPr>
          <a:xfrm>
            <a:off x="1292399" y="2836135"/>
            <a:ext cx="3456000" cy="6372953"/>
          </a:xfrm>
          <a:prstGeom prst="rect">
            <a:avLst/>
          </a:prstGeom>
          <a:gradFill>
            <a:gsLst>
              <a:gs pos="80000">
                <a:srgbClr val="1B1E21"/>
              </a:gs>
              <a:gs pos="0">
                <a:srgbClr val="04020E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5" name="Text Placeholder 32">
            <a:extLst>
              <a:ext uri="{FF2B5EF4-FFF2-40B4-BE49-F238E27FC236}">
                <a16:creationId xmlns:a16="http://schemas.microsoft.com/office/drawing/2014/main" id="{E1EFFDFE-E68C-33A1-7B94-BF6270E2257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852366" y="5996039"/>
            <a:ext cx="2614815" cy="2677656"/>
          </a:xfrm>
        </p:spPr>
        <p:txBody>
          <a:bodyPr wrap="square" anchor="t" anchorCtr="0">
            <a:spAutoFit/>
          </a:bodyPr>
          <a:lstStyle>
            <a:lvl1pPr>
              <a:defRPr spc="140" baseline="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67" name="Text Placeholder 32">
            <a:extLst>
              <a:ext uri="{FF2B5EF4-FFF2-40B4-BE49-F238E27FC236}">
                <a16:creationId xmlns:a16="http://schemas.microsoft.com/office/drawing/2014/main" id="{632BE547-0761-944C-4190-942E02B0CA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41508" y="5996039"/>
            <a:ext cx="2614815" cy="2677656"/>
          </a:xfrm>
        </p:spPr>
        <p:txBody>
          <a:bodyPr wrap="square" anchor="t" anchorCtr="0">
            <a:spAutoFit/>
          </a:bodyPr>
          <a:lstStyle>
            <a:lvl1pPr>
              <a:defRPr spc="140" baseline="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69" name="Text Placeholder 32">
            <a:extLst>
              <a:ext uri="{FF2B5EF4-FFF2-40B4-BE49-F238E27FC236}">
                <a16:creationId xmlns:a16="http://schemas.microsoft.com/office/drawing/2014/main" id="{DF551B1F-E305-5F41-5FA7-2905EEEC880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182164" y="5996039"/>
            <a:ext cx="2614815" cy="2677656"/>
          </a:xfrm>
        </p:spPr>
        <p:txBody>
          <a:bodyPr wrap="square" anchor="t" anchorCtr="0">
            <a:spAutoFit/>
          </a:bodyPr>
          <a:lstStyle>
            <a:lvl1pPr>
              <a:defRPr spc="140" baseline="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11" name="Text Placeholder 32">
            <a:extLst>
              <a:ext uri="{FF2B5EF4-FFF2-40B4-BE49-F238E27FC236}">
                <a16:creationId xmlns:a16="http://schemas.microsoft.com/office/drawing/2014/main" id="{C530F5F0-240F-4213-B3B8-3FB085228AB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716644" y="6022611"/>
            <a:ext cx="2614815" cy="2677656"/>
          </a:xfrm>
        </p:spPr>
        <p:txBody>
          <a:bodyPr wrap="square" anchor="t" anchorCtr="0">
            <a:spAutoFit/>
          </a:bodyPr>
          <a:lstStyle>
            <a:lvl1pPr>
              <a:defRPr spc="140" baseline="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2" name="Text Placeholder 30">
            <a:extLst>
              <a:ext uri="{FF2B5EF4-FFF2-40B4-BE49-F238E27FC236}">
                <a16:creationId xmlns:a16="http://schemas.microsoft.com/office/drawing/2014/main" id="{07BA5242-A610-8BEE-99F8-994F05A7A90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07830" y="4637085"/>
            <a:ext cx="2614815" cy="886397"/>
          </a:xfrm>
        </p:spPr>
        <p:txBody>
          <a:bodyPr>
            <a:noAutofit/>
          </a:bodyPr>
          <a:lstStyle>
            <a:lvl1pPr marL="0" indent="0" algn="ctr" defTabSz="457200" rtl="0" eaLnBrk="1" latinLnBrk="0" hangingPunct="1">
              <a:buNone/>
              <a:defRPr lang="en-GB" sz="2800" b="1" i="0" kern="1200" spc="14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3" name="Text Placeholder 30">
            <a:extLst>
              <a:ext uri="{FF2B5EF4-FFF2-40B4-BE49-F238E27FC236}">
                <a16:creationId xmlns:a16="http://schemas.microsoft.com/office/drawing/2014/main" id="{0515FB29-3144-3E97-8341-C307DC14312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852366" y="4637085"/>
            <a:ext cx="2614815" cy="886397"/>
          </a:xfrm>
        </p:spPr>
        <p:txBody>
          <a:bodyPr>
            <a:noAutofit/>
          </a:bodyPr>
          <a:lstStyle>
            <a:lvl1pPr marL="0" indent="0" algn="ctr" defTabSz="457200" rtl="0" eaLnBrk="1" latinLnBrk="0" hangingPunct="1">
              <a:buNone/>
              <a:defRPr lang="en-GB" sz="2800" b="1" i="0" kern="1200" spc="14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5" name="Text Placeholder 30">
            <a:extLst>
              <a:ext uri="{FF2B5EF4-FFF2-40B4-BE49-F238E27FC236}">
                <a16:creationId xmlns:a16="http://schemas.microsoft.com/office/drawing/2014/main" id="{D8B99EDD-D218-F81C-D24D-21E2F53FCBC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041508" y="4637085"/>
            <a:ext cx="2614815" cy="886397"/>
          </a:xfrm>
        </p:spPr>
        <p:txBody>
          <a:bodyPr>
            <a:noAutofit/>
          </a:bodyPr>
          <a:lstStyle>
            <a:lvl1pPr marL="0" indent="0" algn="ctr" defTabSz="457200" rtl="0" eaLnBrk="1" latinLnBrk="0" hangingPunct="1">
              <a:buNone/>
              <a:defRPr lang="en-GB" sz="2800" b="1" i="0" kern="1200" spc="14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10" name="Text Placeholder 30">
            <a:extLst>
              <a:ext uri="{FF2B5EF4-FFF2-40B4-BE49-F238E27FC236}">
                <a16:creationId xmlns:a16="http://schemas.microsoft.com/office/drawing/2014/main" id="{0D3A62EB-5048-4CDA-0B52-2D493B7EDBA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182164" y="4637085"/>
            <a:ext cx="2614815" cy="886397"/>
          </a:xfrm>
        </p:spPr>
        <p:txBody>
          <a:bodyPr>
            <a:noAutofit/>
          </a:bodyPr>
          <a:lstStyle>
            <a:lvl1pPr marL="0" indent="0" algn="ctr" defTabSz="457200" rtl="0" eaLnBrk="1" latinLnBrk="0" hangingPunct="1">
              <a:buNone/>
              <a:defRPr lang="en-GB" sz="2800" b="1" i="0" kern="1200" spc="14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EEFA68E1-5FBB-CA6B-81C8-9A00F5F32FE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519216" y="3108458"/>
            <a:ext cx="1152000" cy="1152000"/>
          </a:xfrm>
          <a:noFill/>
        </p:spPr>
        <p:txBody>
          <a:bodyPr/>
          <a:lstStyle/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B0E4388E-5C0B-51F1-8864-76B88DE63BC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714059" y="3108457"/>
            <a:ext cx="1152000" cy="1152000"/>
          </a:xfrm>
          <a:noFill/>
        </p:spPr>
        <p:txBody>
          <a:bodyPr/>
          <a:lstStyle/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4EEFAB84-9D0E-4406-19DD-10917597BD2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374680" y="3116879"/>
            <a:ext cx="1152000" cy="1152000"/>
          </a:xfrm>
          <a:noFill/>
        </p:spPr>
        <p:txBody>
          <a:bodyPr/>
          <a:lstStyle/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0BEB2DBD-CC8E-7732-E73B-1350458716E3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4849014" y="3102995"/>
            <a:ext cx="1152000" cy="1152000"/>
          </a:xfrm>
          <a:noFill/>
        </p:spPr>
        <p:txBody>
          <a:bodyPr/>
          <a:lstStyle/>
          <a:p>
            <a:r>
              <a:rPr lang="en-GB" dirty="0"/>
              <a:t> </a:t>
            </a:r>
            <a:endParaRPr lang="en-DE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D57072E-C34A-8FA6-052E-D1A2AB99C6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991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1" userDrawn="1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MainSection_ContentCards_IconText_FiveSections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60157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344E47C5-4E40-5DDB-6096-40E750AF797A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1254166" y="6728688"/>
            <a:ext cx="2834316" cy="24804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11" name="Text Placeholder 32">
            <a:extLst>
              <a:ext uri="{FF2B5EF4-FFF2-40B4-BE49-F238E27FC236}">
                <a16:creationId xmlns:a16="http://schemas.microsoft.com/office/drawing/2014/main" id="{C530F5F0-240F-4213-B3B8-3FB085228AB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254125" y="3537284"/>
            <a:ext cx="2834316" cy="2239489"/>
          </a:xfrm>
        </p:spPr>
        <p:txBody>
          <a:bodyPr wrap="square" anchor="t" anchorCtr="0">
            <a:noAutofit/>
          </a:bodyPr>
          <a:lstStyle>
            <a:lvl1pPr>
              <a:defRPr spc="140" baseline="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DE8F02-B485-613E-2499-F6879FDB28D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254125" y="2719388"/>
            <a:ext cx="2834316" cy="601662"/>
          </a:xfrm>
          <a:ln>
            <a:solidFill>
              <a:schemeClr val="accent5"/>
            </a:solidFill>
          </a:ln>
        </p:spPr>
        <p:txBody>
          <a:bodyPr anchor="ctr" anchorCtr="0">
            <a:noAutofit/>
          </a:bodyPr>
          <a:lstStyle>
            <a:lvl1pPr algn="ctr">
              <a:defRPr sz="2800" b="1" spc="140" baseline="0"/>
            </a:lvl1pPr>
            <a:lvl2pPr algn="ctr">
              <a:defRPr sz="2800" b="1"/>
            </a:lvl2pPr>
            <a:lvl3pPr algn="ctr">
              <a:defRPr sz="2800" b="1"/>
            </a:lvl3pPr>
            <a:lvl4pPr algn="ctr">
              <a:defRPr sz="2800" b="1"/>
            </a:lvl4pPr>
            <a:lvl5pPr algn="ctr">
              <a:defRPr sz="2800" b="1"/>
            </a:lvl5pPr>
          </a:lstStyle>
          <a:p>
            <a:pPr lvl="0"/>
            <a:r>
              <a:rPr lang="en-GB" dirty="0"/>
              <a:t>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E37FD03-1BDC-11FB-D5C7-3DDD3C4E8BA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54125" y="5967413"/>
            <a:ext cx="2834316" cy="577850"/>
          </a:xfrm>
        </p:spPr>
        <p:txBody>
          <a:bodyPr anchor="ctr" anchorCtr="0">
            <a:noAutofit/>
          </a:bodyPr>
          <a:lstStyle>
            <a:lvl1pPr algn="ctr">
              <a:defRPr sz="2400" b="1" spc="140" baseline="0">
                <a:solidFill>
                  <a:schemeClr val="accent5"/>
                </a:solidFill>
              </a:defRPr>
            </a:lvl1pPr>
            <a:lvl2pPr algn="ctr">
              <a:defRPr sz="2400" b="1">
                <a:solidFill>
                  <a:schemeClr val="accent5"/>
                </a:solidFill>
              </a:defRPr>
            </a:lvl2pPr>
            <a:lvl3pPr algn="ctr">
              <a:defRPr sz="2400" b="1">
                <a:solidFill>
                  <a:schemeClr val="accent5"/>
                </a:solidFill>
              </a:defRPr>
            </a:lvl3pPr>
            <a:lvl4pPr algn="ctr">
              <a:defRPr sz="2400" b="1">
                <a:solidFill>
                  <a:schemeClr val="accent5"/>
                </a:solidFill>
              </a:defRPr>
            </a:lvl4pPr>
            <a:lvl5pPr algn="ctr">
              <a:defRPr sz="24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dirty="0"/>
              <a:t>Click to edit text</a:t>
            </a:r>
          </a:p>
        </p:txBody>
      </p:sp>
      <p:sp>
        <p:nvSpPr>
          <p:cNvPr id="17" name="Picture Placeholder 19">
            <a:extLst>
              <a:ext uri="{FF2B5EF4-FFF2-40B4-BE49-F238E27FC236}">
                <a16:creationId xmlns:a16="http://schemas.microsoft.com/office/drawing/2014/main" id="{ABB98316-EFD3-DDBC-F63A-C60DF871ED33}"/>
              </a:ext>
            </a:extLst>
          </p:cNvPr>
          <p:cNvSpPr>
            <a:spLocks noGrp="1" noChangeAspect="1"/>
          </p:cNvSpPr>
          <p:nvPr>
            <p:ph type="pic" sz="quarter" idx="46"/>
          </p:nvPr>
        </p:nvSpPr>
        <p:spPr>
          <a:xfrm>
            <a:off x="4473825" y="6728688"/>
            <a:ext cx="2834316" cy="24804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18" name="Text Placeholder 32">
            <a:extLst>
              <a:ext uri="{FF2B5EF4-FFF2-40B4-BE49-F238E27FC236}">
                <a16:creationId xmlns:a16="http://schemas.microsoft.com/office/drawing/2014/main" id="{71725341-C3F3-D240-57BA-E6822792D67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473784" y="3537284"/>
            <a:ext cx="2834316" cy="2239489"/>
          </a:xfrm>
        </p:spPr>
        <p:txBody>
          <a:bodyPr wrap="square" anchor="t" anchorCtr="0">
            <a:noAutofit/>
          </a:bodyPr>
          <a:lstStyle>
            <a:lvl1pPr>
              <a:defRPr spc="140" baseline="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0AA021B7-176F-BB2B-F419-784BCEA7EFB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473784" y="2719388"/>
            <a:ext cx="2834316" cy="601662"/>
          </a:xfrm>
          <a:ln>
            <a:solidFill>
              <a:schemeClr val="accent5"/>
            </a:solidFill>
          </a:ln>
        </p:spPr>
        <p:txBody>
          <a:bodyPr anchor="ctr" anchorCtr="0">
            <a:noAutofit/>
          </a:bodyPr>
          <a:lstStyle>
            <a:lvl1pPr algn="ctr">
              <a:defRPr sz="2800" b="1" spc="140" baseline="0"/>
            </a:lvl1pPr>
            <a:lvl2pPr algn="ctr">
              <a:defRPr sz="2800" b="1"/>
            </a:lvl2pPr>
            <a:lvl3pPr algn="ctr">
              <a:defRPr sz="2800" b="1"/>
            </a:lvl3pPr>
            <a:lvl4pPr algn="ctr">
              <a:defRPr sz="2800" b="1"/>
            </a:lvl4pPr>
            <a:lvl5pPr algn="ctr">
              <a:defRPr sz="2800" b="1"/>
            </a:lvl5pPr>
          </a:lstStyle>
          <a:p>
            <a:pPr lvl="0"/>
            <a:r>
              <a:rPr lang="en-GB" dirty="0"/>
              <a:t>Edit Title</a:t>
            </a:r>
            <a:endParaRPr lang="en-DE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0C05C475-C9D3-88D1-D986-B596774AED3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73784" y="5967413"/>
            <a:ext cx="2834316" cy="577850"/>
          </a:xfrm>
        </p:spPr>
        <p:txBody>
          <a:bodyPr anchor="ctr" anchorCtr="0">
            <a:noAutofit/>
          </a:bodyPr>
          <a:lstStyle>
            <a:lvl1pPr algn="ctr">
              <a:defRPr sz="2400" b="1" spc="140" baseline="0">
                <a:solidFill>
                  <a:schemeClr val="accent5"/>
                </a:solidFill>
              </a:defRPr>
            </a:lvl1pPr>
            <a:lvl2pPr algn="ctr">
              <a:defRPr sz="2400" b="1">
                <a:solidFill>
                  <a:schemeClr val="accent5"/>
                </a:solidFill>
              </a:defRPr>
            </a:lvl2pPr>
            <a:lvl3pPr algn="ctr">
              <a:defRPr sz="2400" b="1">
                <a:solidFill>
                  <a:schemeClr val="accent5"/>
                </a:solidFill>
              </a:defRPr>
            </a:lvl3pPr>
            <a:lvl4pPr algn="ctr">
              <a:defRPr sz="2400" b="1">
                <a:solidFill>
                  <a:schemeClr val="accent5"/>
                </a:solidFill>
              </a:defRPr>
            </a:lvl4pPr>
            <a:lvl5pPr algn="ctr">
              <a:defRPr sz="24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dirty="0"/>
              <a:t>Click to edit text</a:t>
            </a:r>
          </a:p>
        </p:txBody>
      </p:sp>
      <p:sp>
        <p:nvSpPr>
          <p:cNvPr id="21" name="Picture Placeholder 19">
            <a:extLst>
              <a:ext uri="{FF2B5EF4-FFF2-40B4-BE49-F238E27FC236}">
                <a16:creationId xmlns:a16="http://schemas.microsoft.com/office/drawing/2014/main" id="{13233943-8364-7A1E-412F-4DFB9A8ACC8F}"/>
              </a:ext>
            </a:extLst>
          </p:cNvPr>
          <p:cNvSpPr>
            <a:spLocks noGrp="1" noChangeAspect="1"/>
          </p:cNvSpPr>
          <p:nvPr>
            <p:ph type="pic" sz="quarter" idx="50"/>
          </p:nvPr>
        </p:nvSpPr>
        <p:spPr>
          <a:xfrm>
            <a:off x="7693525" y="6728688"/>
            <a:ext cx="2834316" cy="24804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C99DDD0E-D937-1471-5382-990E86B4924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693484" y="3537284"/>
            <a:ext cx="2834316" cy="2239489"/>
          </a:xfrm>
        </p:spPr>
        <p:txBody>
          <a:bodyPr wrap="square" anchor="t" anchorCtr="0">
            <a:noAutofit/>
          </a:bodyPr>
          <a:lstStyle>
            <a:lvl1pPr>
              <a:defRPr spc="140" baseline="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9D1BA972-5F16-4E71-921F-AC14380E9D0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693484" y="2719388"/>
            <a:ext cx="2834316" cy="601662"/>
          </a:xfrm>
          <a:ln>
            <a:solidFill>
              <a:schemeClr val="accent5"/>
            </a:solidFill>
          </a:ln>
        </p:spPr>
        <p:txBody>
          <a:bodyPr anchor="ctr" anchorCtr="0">
            <a:noAutofit/>
          </a:bodyPr>
          <a:lstStyle>
            <a:lvl1pPr algn="ctr">
              <a:defRPr sz="2800" b="1" spc="140" baseline="0"/>
            </a:lvl1pPr>
            <a:lvl2pPr algn="ctr">
              <a:defRPr sz="2800" b="1"/>
            </a:lvl2pPr>
            <a:lvl3pPr algn="ctr">
              <a:defRPr sz="2800" b="1"/>
            </a:lvl3pPr>
            <a:lvl4pPr algn="ctr">
              <a:defRPr sz="2800" b="1"/>
            </a:lvl4pPr>
            <a:lvl5pPr algn="ctr">
              <a:defRPr sz="2800" b="1"/>
            </a:lvl5pPr>
          </a:lstStyle>
          <a:p>
            <a:pPr lvl="0"/>
            <a:r>
              <a:rPr lang="en-GB" dirty="0"/>
              <a:t>Edit Title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D1F0B25-E0AC-1D8B-4DB1-C2BAEFBB82A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693484" y="5967413"/>
            <a:ext cx="2834316" cy="577850"/>
          </a:xfrm>
        </p:spPr>
        <p:txBody>
          <a:bodyPr anchor="ctr" anchorCtr="0">
            <a:noAutofit/>
          </a:bodyPr>
          <a:lstStyle>
            <a:lvl1pPr algn="ctr">
              <a:defRPr sz="2400" b="1" spc="140" baseline="0">
                <a:solidFill>
                  <a:schemeClr val="accent5"/>
                </a:solidFill>
              </a:defRPr>
            </a:lvl1pPr>
            <a:lvl2pPr algn="ctr">
              <a:defRPr sz="2400" b="1">
                <a:solidFill>
                  <a:schemeClr val="accent5"/>
                </a:solidFill>
              </a:defRPr>
            </a:lvl2pPr>
            <a:lvl3pPr algn="ctr">
              <a:defRPr sz="2400" b="1">
                <a:solidFill>
                  <a:schemeClr val="accent5"/>
                </a:solidFill>
              </a:defRPr>
            </a:lvl3pPr>
            <a:lvl4pPr algn="ctr">
              <a:defRPr sz="2400" b="1">
                <a:solidFill>
                  <a:schemeClr val="accent5"/>
                </a:solidFill>
              </a:defRPr>
            </a:lvl4pPr>
            <a:lvl5pPr algn="ctr">
              <a:defRPr sz="24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dirty="0"/>
              <a:t>Click to edit text</a:t>
            </a:r>
          </a:p>
        </p:txBody>
      </p:sp>
      <p:sp>
        <p:nvSpPr>
          <p:cNvPr id="25" name="Picture Placeholder 19">
            <a:extLst>
              <a:ext uri="{FF2B5EF4-FFF2-40B4-BE49-F238E27FC236}">
                <a16:creationId xmlns:a16="http://schemas.microsoft.com/office/drawing/2014/main" id="{2AF02E64-E1C4-715F-7634-906E98E53C6C}"/>
              </a:ext>
            </a:extLst>
          </p:cNvPr>
          <p:cNvSpPr>
            <a:spLocks noGrp="1" noChangeAspect="1"/>
          </p:cNvSpPr>
          <p:nvPr>
            <p:ph type="pic" sz="quarter" idx="54"/>
          </p:nvPr>
        </p:nvSpPr>
        <p:spPr>
          <a:xfrm>
            <a:off x="10913204" y="6728688"/>
            <a:ext cx="2834316" cy="24804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26" name="Text Placeholder 32">
            <a:extLst>
              <a:ext uri="{FF2B5EF4-FFF2-40B4-BE49-F238E27FC236}">
                <a16:creationId xmlns:a16="http://schemas.microsoft.com/office/drawing/2014/main" id="{FB89D538-74F3-CFD2-203C-21A91ABA08C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913163" y="3537284"/>
            <a:ext cx="2834316" cy="2239489"/>
          </a:xfrm>
        </p:spPr>
        <p:txBody>
          <a:bodyPr wrap="square" anchor="t" anchorCtr="0">
            <a:noAutofit/>
          </a:bodyPr>
          <a:lstStyle>
            <a:lvl1pPr>
              <a:defRPr spc="140" baseline="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CB7183C9-62E1-B25F-C81D-6843A084806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913163" y="2719388"/>
            <a:ext cx="2834316" cy="601662"/>
          </a:xfrm>
          <a:ln>
            <a:solidFill>
              <a:schemeClr val="accent5"/>
            </a:solidFill>
          </a:ln>
        </p:spPr>
        <p:txBody>
          <a:bodyPr anchor="ctr" anchorCtr="0">
            <a:noAutofit/>
          </a:bodyPr>
          <a:lstStyle>
            <a:lvl1pPr algn="ctr">
              <a:defRPr sz="2800" b="1" spc="140" baseline="0"/>
            </a:lvl1pPr>
            <a:lvl2pPr algn="ctr">
              <a:defRPr sz="2800" b="1"/>
            </a:lvl2pPr>
            <a:lvl3pPr algn="ctr">
              <a:defRPr sz="2800" b="1"/>
            </a:lvl3pPr>
            <a:lvl4pPr algn="ctr">
              <a:defRPr sz="2800" b="1"/>
            </a:lvl4pPr>
            <a:lvl5pPr algn="ctr">
              <a:defRPr sz="2800" b="1"/>
            </a:lvl5pPr>
          </a:lstStyle>
          <a:p>
            <a:pPr lvl="0"/>
            <a:r>
              <a:rPr lang="en-GB" dirty="0"/>
              <a:t>Edit Title</a:t>
            </a:r>
            <a:endParaRPr lang="en-DE" dirty="0"/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04031F5B-6E2D-E59C-D457-6AAFFACC226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0913163" y="5967413"/>
            <a:ext cx="2834316" cy="577850"/>
          </a:xfrm>
        </p:spPr>
        <p:txBody>
          <a:bodyPr anchor="ctr" anchorCtr="0">
            <a:noAutofit/>
          </a:bodyPr>
          <a:lstStyle>
            <a:lvl1pPr algn="ctr">
              <a:defRPr sz="2400" b="1" spc="140" baseline="0">
                <a:solidFill>
                  <a:schemeClr val="accent5"/>
                </a:solidFill>
              </a:defRPr>
            </a:lvl1pPr>
            <a:lvl2pPr algn="ctr">
              <a:defRPr sz="2400" b="1">
                <a:solidFill>
                  <a:schemeClr val="accent5"/>
                </a:solidFill>
              </a:defRPr>
            </a:lvl2pPr>
            <a:lvl3pPr algn="ctr">
              <a:defRPr sz="2400" b="1">
                <a:solidFill>
                  <a:schemeClr val="accent5"/>
                </a:solidFill>
              </a:defRPr>
            </a:lvl3pPr>
            <a:lvl4pPr algn="ctr">
              <a:defRPr sz="2400" b="1">
                <a:solidFill>
                  <a:schemeClr val="accent5"/>
                </a:solidFill>
              </a:defRPr>
            </a:lvl4pPr>
            <a:lvl5pPr algn="ctr">
              <a:defRPr sz="24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dirty="0"/>
              <a:t>Click to edit text</a:t>
            </a:r>
          </a:p>
        </p:txBody>
      </p:sp>
      <p:sp>
        <p:nvSpPr>
          <p:cNvPr id="29" name="Picture Placeholder 19">
            <a:extLst>
              <a:ext uri="{FF2B5EF4-FFF2-40B4-BE49-F238E27FC236}">
                <a16:creationId xmlns:a16="http://schemas.microsoft.com/office/drawing/2014/main" id="{1C1A4C85-3C00-93EB-363E-4C447F72989E}"/>
              </a:ext>
            </a:extLst>
          </p:cNvPr>
          <p:cNvSpPr>
            <a:spLocks noGrp="1" noChangeAspect="1"/>
          </p:cNvSpPr>
          <p:nvPr>
            <p:ph type="pic" sz="quarter" idx="58"/>
          </p:nvPr>
        </p:nvSpPr>
        <p:spPr>
          <a:xfrm>
            <a:off x="14132925" y="6728688"/>
            <a:ext cx="2834316" cy="24804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30" name="Text Placeholder 32">
            <a:extLst>
              <a:ext uri="{FF2B5EF4-FFF2-40B4-BE49-F238E27FC236}">
                <a16:creationId xmlns:a16="http://schemas.microsoft.com/office/drawing/2014/main" id="{E02C8952-D0C6-3BEA-F9CD-1976FA05DBA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4132884" y="3537284"/>
            <a:ext cx="2834316" cy="2239489"/>
          </a:xfrm>
        </p:spPr>
        <p:txBody>
          <a:bodyPr wrap="square" anchor="t" anchorCtr="0">
            <a:noAutofit/>
          </a:bodyPr>
          <a:lstStyle>
            <a:lvl1pPr>
              <a:defRPr spc="140" baseline="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F7882039-D63A-D487-ACD3-103019DA3A4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4132884" y="2719388"/>
            <a:ext cx="2834316" cy="601662"/>
          </a:xfrm>
          <a:ln>
            <a:solidFill>
              <a:schemeClr val="accent5"/>
            </a:solidFill>
          </a:ln>
        </p:spPr>
        <p:txBody>
          <a:bodyPr anchor="ctr" anchorCtr="0">
            <a:noAutofit/>
          </a:bodyPr>
          <a:lstStyle>
            <a:lvl1pPr algn="ctr">
              <a:defRPr sz="2800" b="1" spc="140" baseline="0"/>
            </a:lvl1pPr>
            <a:lvl2pPr algn="ctr">
              <a:defRPr sz="2800" b="1"/>
            </a:lvl2pPr>
            <a:lvl3pPr algn="ctr">
              <a:defRPr sz="2800" b="1"/>
            </a:lvl3pPr>
            <a:lvl4pPr algn="ctr">
              <a:defRPr sz="2800" b="1"/>
            </a:lvl4pPr>
            <a:lvl5pPr algn="ctr">
              <a:defRPr sz="2800" b="1"/>
            </a:lvl5pPr>
          </a:lstStyle>
          <a:p>
            <a:pPr lvl="0"/>
            <a:r>
              <a:rPr lang="en-GB" dirty="0"/>
              <a:t>Edit Title</a:t>
            </a:r>
            <a:endParaRPr lang="en-DE" dirty="0"/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09B52306-C95E-853B-AD45-6EE05B8D68BF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4132884" y="5967413"/>
            <a:ext cx="2834316" cy="577850"/>
          </a:xfrm>
        </p:spPr>
        <p:txBody>
          <a:bodyPr anchor="ctr" anchorCtr="0">
            <a:noAutofit/>
          </a:bodyPr>
          <a:lstStyle>
            <a:lvl1pPr algn="ctr">
              <a:defRPr sz="2400" b="1" spc="140" baseline="0">
                <a:solidFill>
                  <a:schemeClr val="accent5"/>
                </a:solidFill>
              </a:defRPr>
            </a:lvl1pPr>
            <a:lvl2pPr algn="ctr">
              <a:defRPr sz="2400" b="1">
                <a:solidFill>
                  <a:schemeClr val="accent5"/>
                </a:solidFill>
              </a:defRPr>
            </a:lvl2pPr>
            <a:lvl3pPr algn="ctr">
              <a:defRPr sz="2400" b="1">
                <a:solidFill>
                  <a:schemeClr val="accent5"/>
                </a:solidFill>
              </a:defRPr>
            </a:lvl3pPr>
            <a:lvl4pPr algn="ctr">
              <a:defRPr sz="2400" b="1">
                <a:solidFill>
                  <a:schemeClr val="accent5"/>
                </a:solidFill>
              </a:defRPr>
            </a:lvl4pPr>
            <a:lvl5pPr algn="ctr">
              <a:defRPr sz="24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dirty="0"/>
              <a:t>Click to edit text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33F2C86-2BC5-30A8-E6EA-D89075531B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776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foSection_2_Text_2_Images">
    <p:bg>
      <p:bgPr>
        <a:gradFill>
          <a:gsLst>
            <a:gs pos="25000">
              <a:srgbClr val="101018"/>
            </a:gs>
            <a:gs pos="100000">
              <a:srgbClr val="04020E"/>
            </a:gs>
            <a:gs pos="0">
              <a:srgbClr val="1B1E2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2400" y="1076400"/>
            <a:ext cx="5436000" cy="1163395"/>
          </a:xfrm>
        </p:spPr>
        <p:txBody>
          <a:bodyPr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257300" y="2715491"/>
            <a:ext cx="5436000" cy="5579084"/>
          </a:xfrm>
        </p:spPr>
        <p:txBody>
          <a:bodyPr/>
          <a:lstStyle>
            <a:lvl1pPr marL="0" marR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spc="140" baseline="0">
                <a:latin typeface="+mn-lt"/>
              </a:defRPr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Wiggly Marmalade Drizzled Upon the Crooning Umbrella</a:t>
            </a:r>
          </a:p>
          <a:p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 Castle of Marshmallow Cacti</a:t>
            </a:r>
          </a:p>
          <a:p>
            <a:r>
              <a:rPr lang="en-GB" dirty="0">
                <a:effectLst/>
                <a:latin typeface="Trebuchet MS" panose="020B0703020202090204" pitchFamily="34" charset="0"/>
              </a:rPr>
              <a:t>A Snickerdoodle Rhapsody Beneath the Luminous Elbow of Tuesday</a:t>
            </a:r>
          </a:p>
          <a:p>
            <a:r>
              <a:rPr lang="en-GB" dirty="0">
                <a:effectLst/>
                <a:latin typeface="Trebuchet MS" panose="020B0703020202090204" pitchFamily="34" charset="0"/>
              </a:rPr>
              <a:t>Confetti-Sprinkled Trombones Blushing in the Moonlit Taco Field</a:t>
            </a:r>
          </a:p>
          <a:p>
            <a:r>
              <a:rPr lang="en-GB" dirty="0">
                <a:effectLst/>
                <a:latin typeface="Trebuchet MS" panose="020B0703020202090204" pitchFamily="34" charset="0"/>
              </a:rPr>
              <a:t>Whispering Balconies on a Rollercoaster of Feathered Zucchinis</a:t>
            </a:r>
          </a:p>
          <a:p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97FF7A4-6658-149E-99C8-968E427BF0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46000" y="1076325"/>
            <a:ext cx="4068000" cy="721825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F7B55F94-74A2-CEDD-8D7B-47B00CE4A5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666700" y="2105580"/>
            <a:ext cx="5399838" cy="2144177"/>
          </a:xfrm>
        </p:spPr>
        <p:txBody>
          <a:bodyPr wrap="square" anchor="t" anchorCtr="0">
            <a:spAutoFit/>
          </a:bodyPr>
          <a:lstStyle>
            <a:lvl1pPr marL="342900" indent="-342900">
              <a:lnSpc>
                <a:spcPct val="80000"/>
              </a:lnSpc>
              <a:buFont typeface="Arial" panose="020B0604020202020204" pitchFamily="34" charset="0"/>
              <a:buChar char="•"/>
              <a:defRPr sz="2400" b="0" i="0" spc="140" baseline="0">
                <a:solidFill>
                  <a:srgbClr val="9FA0A4"/>
                </a:solidFill>
              </a:defRPr>
            </a:lvl1pPr>
            <a:lvl2pPr marL="613928" indent="0">
              <a:buNone/>
              <a:defRPr/>
            </a:lvl2pPr>
          </a:lstStyle>
          <a:p>
            <a:pPr lvl="0"/>
            <a:r>
              <a:rPr lang="en-GB" dirty="0"/>
              <a:t>DSM-</a:t>
            </a:r>
            <a:r>
              <a:rPr lang="en-GB" dirty="0" err="1"/>
              <a:t>Migrationen</a:t>
            </a:r>
            <a:r>
              <a:rPr lang="en-GB" dirty="0"/>
              <a:t>,</a:t>
            </a:r>
          </a:p>
          <a:p>
            <a:pPr lvl="0"/>
            <a:r>
              <a:rPr lang="en-GB" dirty="0"/>
              <a:t>Intune und SCCM </a:t>
            </a:r>
          </a:p>
          <a:p>
            <a:pPr lvl="0"/>
            <a:r>
              <a:rPr lang="en-GB" dirty="0"/>
              <a:t>Workshops und Trainings </a:t>
            </a:r>
          </a:p>
          <a:p>
            <a:pPr lvl="0"/>
            <a:r>
              <a:rPr lang="en-GB" dirty="0"/>
              <a:t>Blah</a:t>
            </a:r>
          </a:p>
          <a:p>
            <a:pPr lvl="0"/>
            <a:r>
              <a:rPr lang="en-GB" dirty="0"/>
              <a:t>Blah 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F448AFE-2C84-71F2-AE35-5CD4E4DB96C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666538" y="4605337"/>
            <a:ext cx="5400000" cy="3689237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4530473-E167-52EC-C49A-CED3E45B1F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31442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foSection_2_Icons_Text_2_Images_Text">
    <p:bg>
      <p:bgPr>
        <a:gradFill>
          <a:gsLst>
            <a:gs pos="25000">
              <a:srgbClr val="101018"/>
            </a:gs>
            <a:gs pos="100000">
              <a:srgbClr val="04020E"/>
            </a:gs>
            <a:gs pos="0">
              <a:srgbClr val="1B1E2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2400" y="1076400"/>
            <a:ext cx="5436000" cy="1163395"/>
          </a:xfrm>
        </p:spPr>
        <p:txBody>
          <a:bodyPr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911642" y="2957083"/>
            <a:ext cx="3781658" cy="2313709"/>
          </a:xfrm>
        </p:spPr>
        <p:txBody>
          <a:bodyPr/>
          <a:lstStyle>
            <a:lvl1pPr marL="0" marR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 sz="2400" b="0" i="0" kern="1200" spc="14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Wiggly Marmalade Drizzled Upon the Crooning Umbrella</a:t>
            </a:r>
          </a:p>
          <a:p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 Castle of Marshmallow Cacti</a:t>
            </a:r>
          </a:p>
          <a:p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97FF7A4-6658-149E-99C8-968E427BF0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69481" y="4249757"/>
            <a:ext cx="4068000" cy="4044818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0129E57-BA32-7AA8-3F2D-2347D156772D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2911642" y="5988080"/>
            <a:ext cx="3781658" cy="2313709"/>
          </a:xfrm>
        </p:spPr>
        <p:txBody>
          <a:bodyPr/>
          <a:lstStyle>
            <a:lvl1pPr marL="0" marR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 sz="2400" b="0" i="0" kern="1200" spc="140" baseline="0" dirty="0">
                <a:solidFill>
                  <a:schemeClr val="tx2"/>
                </a:solidFill>
                <a:effectLst/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Wiggly Marmalade Drizzled Upon the Crooning Umbrella</a:t>
            </a:r>
          </a:p>
          <a:p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 Castle of Marshmallow Cacti</a:t>
            </a:r>
          </a:p>
          <a:p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6944CADA-76C0-940A-C319-484FA652359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3113663" y="1073420"/>
            <a:ext cx="4068000" cy="4044818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45ED2A2-8572-D4E4-FE16-16776A9DC37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292400" y="2954398"/>
            <a:ext cx="1292225" cy="1292225"/>
          </a:xfrm>
        </p:spPr>
        <p:txBody>
          <a:bodyPr/>
          <a:lstStyle/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61FDCD0F-D96A-EBCF-7361-FAF8BD089EC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292400" y="5986356"/>
            <a:ext cx="1292225" cy="1292225"/>
          </a:xfrm>
        </p:spPr>
        <p:txBody>
          <a:bodyPr/>
          <a:lstStyle/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586B5D7-697D-F448-4B12-BCBCB72842C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869480" y="1073420"/>
            <a:ext cx="4068519" cy="2623868"/>
          </a:xfrm>
        </p:spPr>
        <p:txBody>
          <a:bodyPr/>
          <a:lstStyle>
            <a:lvl1pPr>
              <a:defRPr lang="en-GB" sz="2400" b="0" i="0" kern="1200" spc="14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>
              <a:defRPr lang="en-GB" sz="2400" b="0" i="0" kern="1200" spc="14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>
              <a:defRPr lang="en-GB" sz="2400" b="0" i="0" kern="1200" spc="14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>
              <a:defRPr lang="en-GB" sz="2400" b="0" i="0" kern="1200" spc="14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>
              <a:defRPr lang="en-DE" sz="2400" b="0" i="0" kern="1200" spc="14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957EABF-1646-F4BD-36A3-F1FB7AC198F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102960" y="5684331"/>
            <a:ext cx="4068519" cy="2623868"/>
          </a:xfrm>
        </p:spPr>
        <p:txBody>
          <a:bodyPr/>
          <a:lstStyle>
            <a:lvl1pPr>
              <a:defRPr sz="2400" spc="140">
                <a:solidFill>
                  <a:schemeClr val="tx2"/>
                </a:solidFill>
              </a:defRPr>
            </a:lvl1pPr>
            <a:lvl2pPr>
              <a:defRPr sz="2400" spc="140">
                <a:solidFill>
                  <a:schemeClr val="tx2"/>
                </a:solidFill>
              </a:defRPr>
            </a:lvl2pPr>
            <a:lvl3pPr>
              <a:defRPr sz="2400" spc="140">
                <a:solidFill>
                  <a:schemeClr val="tx2"/>
                </a:solidFill>
              </a:defRPr>
            </a:lvl3pPr>
            <a:lvl4pPr>
              <a:defRPr sz="2400" spc="140">
                <a:solidFill>
                  <a:schemeClr val="tx2"/>
                </a:solidFill>
              </a:defRPr>
            </a:lvl4pPr>
            <a:lvl5pPr>
              <a:defRPr sz="2400" spc="14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3627F57-97C1-E4EF-90C8-6188E4CB31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-1055063" y="6815855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54079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nfoSection_2_Icons_Text_2_Images_Text">
    <p:bg>
      <p:bgPr>
        <a:gradFill>
          <a:gsLst>
            <a:gs pos="25000">
              <a:srgbClr val="101018"/>
            </a:gs>
            <a:gs pos="100000">
              <a:srgbClr val="04020E"/>
            </a:gs>
            <a:gs pos="0">
              <a:srgbClr val="1B1E2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2400" y="1076400"/>
            <a:ext cx="5436000" cy="1163395"/>
          </a:xfrm>
        </p:spPr>
        <p:txBody>
          <a:bodyPr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911642" y="2957083"/>
            <a:ext cx="3781658" cy="2313709"/>
          </a:xfrm>
        </p:spPr>
        <p:txBody>
          <a:bodyPr/>
          <a:lstStyle>
            <a:lvl1pPr marL="0" marR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spc="150" baseline="0">
                <a:latin typeface="+mn-lt"/>
              </a:defRPr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Wiggly Marmalade Drizzled Upon the Crooning Umbrella</a:t>
            </a:r>
          </a:p>
          <a:p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 Castle of Marshmallow Cacti</a:t>
            </a:r>
          </a:p>
          <a:p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97FF7A4-6658-149E-99C8-968E427BF0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69481" y="3735421"/>
            <a:ext cx="4068000" cy="354316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0129E57-BA32-7AA8-3F2D-2347D156772D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2911642" y="5988080"/>
            <a:ext cx="3781658" cy="2532467"/>
          </a:xfrm>
        </p:spPr>
        <p:txBody>
          <a:bodyPr/>
          <a:lstStyle>
            <a:lvl1pPr marL="0" marR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spc="150" baseline="0">
                <a:latin typeface="+mn-lt"/>
              </a:defRPr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Wiggly Marmalade Drizzled Upon the Crooning Umbrella</a:t>
            </a:r>
          </a:p>
          <a:p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 Castle of Marshmallow Cacti</a:t>
            </a:r>
          </a:p>
          <a:p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45ED2A2-8572-D4E4-FE16-16776A9DC37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292400" y="2954398"/>
            <a:ext cx="1292225" cy="1292225"/>
          </a:xfrm>
        </p:spPr>
        <p:txBody>
          <a:bodyPr/>
          <a:lstStyle/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61FDCD0F-D96A-EBCF-7361-FAF8BD089EC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292400" y="5986356"/>
            <a:ext cx="1292225" cy="1292225"/>
          </a:xfrm>
        </p:spPr>
        <p:txBody>
          <a:bodyPr/>
          <a:lstStyle/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586B5D7-697D-F448-4B12-BCBCB72842C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869480" y="1073420"/>
            <a:ext cx="4068519" cy="2078342"/>
          </a:xfrm>
        </p:spPr>
        <p:txBody>
          <a:bodyPr/>
          <a:lstStyle>
            <a:lvl1pPr>
              <a:defRPr sz="2100" spc="140">
                <a:solidFill>
                  <a:schemeClr val="tx2"/>
                </a:solidFill>
              </a:defRPr>
            </a:lvl1pPr>
            <a:lvl2pPr>
              <a:defRPr sz="2100" spc="140">
                <a:solidFill>
                  <a:schemeClr val="tx2"/>
                </a:solidFill>
              </a:defRPr>
            </a:lvl2pPr>
            <a:lvl3pPr>
              <a:defRPr sz="2100" spc="140">
                <a:solidFill>
                  <a:schemeClr val="tx2"/>
                </a:solidFill>
              </a:defRPr>
            </a:lvl3pPr>
            <a:lvl4pPr>
              <a:defRPr sz="2100" spc="140">
                <a:solidFill>
                  <a:schemeClr val="tx2"/>
                </a:solidFill>
              </a:defRPr>
            </a:lvl4pPr>
            <a:lvl5pPr>
              <a:defRPr sz="2100" spc="14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6910A48-5F99-0397-CA9D-53CEB896E6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2632" y="7862390"/>
            <a:ext cx="3382735" cy="658157"/>
          </a:xfrm>
          <a:prstGeom prst="rect">
            <a:avLst/>
          </a:prstGeom>
        </p:spPr>
      </p:pic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38D6434C-42CA-1837-F69B-47768B9C06E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186458" y="5200239"/>
            <a:ext cx="4068519" cy="2078342"/>
          </a:xfrm>
        </p:spPr>
        <p:txBody>
          <a:bodyPr/>
          <a:lstStyle>
            <a:lvl1pPr>
              <a:defRPr sz="2100" spc="140">
                <a:solidFill>
                  <a:schemeClr val="tx2"/>
                </a:solidFill>
              </a:defRPr>
            </a:lvl1pPr>
            <a:lvl2pPr>
              <a:defRPr sz="2100" spc="140">
                <a:solidFill>
                  <a:schemeClr val="tx2"/>
                </a:solidFill>
              </a:defRPr>
            </a:lvl2pPr>
            <a:lvl3pPr>
              <a:defRPr sz="2100" spc="140">
                <a:solidFill>
                  <a:schemeClr val="tx2"/>
                </a:solidFill>
              </a:defRPr>
            </a:lvl3pPr>
            <a:lvl4pPr>
              <a:defRPr sz="2100" spc="140">
                <a:solidFill>
                  <a:schemeClr val="tx2"/>
                </a:solidFill>
              </a:defRPr>
            </a:lvl4pPr>
            <a:lvl5pPr>
              <a:defRPr sz="2100" spc="14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6BCF8B6-EB76-8ACC-B950-7348C5A154F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3186458" y="1061384"/>
            <a:ext cx="4068000" cy="354316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00680947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ubbleSection_Icon_6_Bubbles">
    <p:bg>
      <p:bgPr>
        <a:gradFill>
          <a:gsLst>
            <a:gs pos="25000">
              <a:srgbClr val="101018"/>
            </a:gs>
            <a:gs pos="100000">
              <a:srgbClr val="04020E"/>
            </a:gs>
            <a:gs pos="0">
              <a:srgbClr val="1B1E2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C57D0-18B4-6435-CDC8-844F4B0BDAC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228724" y="6917911"/>
            <a:ext cx="6138000" cy="1796930"/>
          </a:xfrm>
          <a:ln w="25400">
            <a:noFill/>
          </a:ln>
        </p:spPr>
        <p:txBody>
          <a:bodyPr wrap="square" lIns="288000" tIns="396000" rIns="288000" bIns="396000" anchor="b" anchorCtr="0">
            <a:spAutoFit/>
          </a:bodyPr>
          <a:lstStyle>
            <a:lvl1pPr algn="l">
              <a:defRPr lang="en-GB" sz="2400" b="0" i="0" kern="1200" spc="140" baseline="0" dirty="0">
                <a:solidFill>
                  <a:schemeClr val="tx1"/>
                </a:solidFill>
                <a:effectLst/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2FDB509-6B3B-D54F-A3FD-6CF969EA750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951788" y="4016591"/>
            <a:ext cx="2355850" cy="2330233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735F00EB-0BBF-6543-4ADD-2A7C4A91B2EF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1228724" y="4776690"/>
            <a:ext cx="6138000" cy="1796930"/>
          </a:xfrm>
          <a:ln w="25400">
            <a:noFill/>
          </a:ln>
        </p:spPr>
        <p:txBody>
          <a:bodyPr lIns="288000" tIns="396000" rIns="288000" bIns="396000" anchor="b" anchorCtr="0">
            <a:spAutoFit/>
          </a:bodyPr>
          <a:lstStyle>
            <a:lvl1pPr algn="l">
              <a:defRPr lang="en-GB" sz="2400" b="0" i="0" kern="1200" spc="140" baseline="0" dirty="0">
                <a:solidFill>
                  <a:schemeClr val="tx1"/>
                </a:solidFill>
                <a:effectLst/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0920A5A7-4091-6FF5-A925-C4BC5E943FB0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1228724" y="2635200"/>
            <a:ext cx="6138000" cy="1796930"/>
          </a:xfrm>
          <a:ln w="25400">
            <a:noFill/>
          </a:ln>
        </p:spPr>
        <p:txBody>
          <a:bodyPr lIns="288000" tIns="396000" rIns="288000" bIns="396000" anchor="b" anchorCtr="0">
            <a:spAutoFit/>
          </a:bodyPr>
          <a:lstStyle>
            <a:lvl1pPr algn="l">
              <a:defRPr lang="en-GB" sz="2400" b="0" i="0" kern="1200" spc="140" baseline="0" dirty="0">
                <a:solidFill>
                  <a:schemeClr val="tx1"/>
                </a:solidFill>
                <a:effectLst/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3554179-799E-4334-3267-5E793B75629B}"/>
              </a:ext>
            </a:extLst>
          </p:cNvPr>
          <p:cNvSpPr/>
          <p:nvPr userDrawn="1"/>
        </p:nvSpPr>
        <p:spPr>
          <a:xfrm>
            <a:off x="1245868" y="2613246"/>
            <a:ext cx="6138000" cy="1818884"/>
          </a:xfrm>
          <a:prstGeom prst="rect">
            <a:avLst/>
          </a:prstGeom>
          <a:noFill/>
          <a:ln w="88900">
            <a:gradFill>
              <a:gsLst>
                <a:gs pos="50000">
                  <a:schemeClr val="accent4"/>
                </a:gs>
                <a:gs pos="100000">
                  <a:schemeClr val="accent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355982-909F-9294-3E37-177DB3BB5EA8}"/>
              </a:ext>
            </a:extLst>
          </p:cNvPr>
          <p:cNvSpPr/>
          <p:nvPr userDrawn="1"/>
        </p:nvSpPr>
        <p:spPr>
          <a:xfrm>
            <a:off x="1245868" y="4754736"/>
            <a:ext cx="6138000" cy="1818884"/>
          </a:xfrm>
          <a:prstGeom prst="rect">
            <a:avLst/>
          </a:prstGeom>
          <a:noFill/>
          <a:ln w="88900">
            <a:gradFill>
              <a:gsLst>
                <a:gs pos="49000">
                  <a:schemeClr val="accent4"/>
                </a:gs>
                <a:gs pos="100000">
                  <a:schemeClr val="accent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C4620B-8102-73D0-7769-5328AA9020AB}"/>
              </a:ext>
            </a:extLst>
          </p:cNvPr>
          <p:cNvSpPr/>
          <p:nvPr userDrawn="1"/>
        </p:nvSpPr>
        <p:spPr>
          <a:xfrm>
            <a:off x="1228722" y="6895957"/>
            <a:ext cx="6138000" cy="1818884"/>
          </a:xfrm>
          <a:prstGeom prst="rect">
            <a:avLst/>
          </a:prstGeom>
          <a:noFill/>
          <a:ln w="88900">
            <a:gradFill>
              <a:gsLst>
                <a:gs pos="50000">
                  <a:schemeClr val="accent4"/>
                </a:gs>
                <a:gs pos="100000">
                  <a:schemeClr val="accent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CB5B8277-3D49-0058-0D1C-57A9BD8D702D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10886988" y="6917911"/>
            <a:ext cx="6138000" cy="1796930"/>
          </a:xfrm>
          <a:ln w="25400">
            <a:noFill/>
          </a:ln>
        </p:spPr>
        <p:txBody>
          <a:bodyPr wrap="square" lIns="288000" tIns="396000" rIns="288000" bIns="396000" anchor="b" anchorCtr="0">
            <a:spAutoFit/>
          </a:bodyPr>
          <a:lstStyle>
            <a:lvl1pPr algn="l">
              <a:defRPr lang="en-GB" sz="2400" b="0" i="0" kern="1200" spc="140" baseline="0" dirty="0">
                <a:solidFill>
                  <a:schemeClr val="tx1"/>
                </a:solidFill>
                <a:effectLst/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DC86BD6-51BA-9095-711E-284135CD71EE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10886988" y="4776690"/>
            <a:ext cx="6138000" cy="1796930"/>
          </a:xfrm>
          <a:ln w="25400">
            <a:noFill/>
          </a:ln>
        </p:spPr>
        <p:txBody>
          <a:bodyPr lIns="288000" tIns="396000" rIns="288000" bIns="396000" anchor="b" anchorCtr="0">
            <a:spAutoFit/>
          </a:bodyPr>
          <a:lstStyle>
            <a:lvl1pPr algn="l">
              <a:defRPr lang="en-GB" sz="2400" b="0" i="0" kern="1200" spc="140" baseline="0" dirty="0">
                <a:solidFill>
                  <a:schemeClr val="tx1"/>
                </a:solidFill>
                <a:effectLst/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957E91AA-2CC8-C369-E160-7E675154645C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10886988" y="2635200"/>
            <a:ext cx="6138000" cy="1796930"/>
          </a:xfrm>
          <a:ln w="25400">
            <a:noFill/>
          </a:ln>
        </p:spPr>
        <p:txBody>
          <a:bodyPr lIns="288000" tIns="396000" rIns="288000" bIns="396000" anchor="b" anchorCtr="0">
            <a:spAutoFit/>
          </a:bodyPr>
          <a:lstStyle>
            <a:lvl1pPr algn="l">
              <a:defRPr lang="en-GB" sz="2400" b="0" i="0" kern="1200" spc="140" baseline="0" dirty="0">
                <a:solidFill>
                  <a:schemeClr val="tx1"/>
                </a:solidFill>
                <a:effectLst/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A1F027-3EDC-D68D-E476-3BE0D33F73CE}"/>
              </a:ext>
            </a:extLst>
          </p:cNvPr>
          <p:cNvSpPr/>
          <p:nvPr userDrawn="1"/>
        </p:nvSpPr>
        <p:spPr>
          <a:xfrm>
            <a:off x="10904132" y="2613246"/>
            <a:ext cx="6138000" cy="1818884"/>
          </a:xfrm>
          <a:prstGeom prst="rect">
            <a:avLst/>
          </a:prstGeom>
          <a:noFill/>
          <a:ln w="88900">
            <a:gradFill>
              <a:gsLst>
                <a:gs pos="50000">
                  <a:schemeClr val="accent4"/>
                </a:gs>
                <a:gs pos="100000">
                  <a:schemeClr val="accent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302B8A-C002-D43F-A0C7-4CC22D7EA120}"/>
              </a:ext>
            </a:extLst>
          </p:cNvPr>
          <p:cNvSpPr/>
          <p:nvPr userDrawn="1"/>
        </p:nvSpPr>
        <p:spPr>
          <a:xfrm>
            <a:off x="10904132" y="4754736"/>
            <a:ext cx="6138000" cy="1818884"/>
          </a:xfrm>
          <a:prstGeom prst="rect">
            <a:avLst/>
          </a:prstGeom>
          <a:noFill/>
          <a:ln w="88900">
            <a:gradFill>
              <a:gsLst>
                <a:gs pos="50000">
                  <a:schemeClr val="accent4"/>
                </a:gs>
                <a:gs pos="100000">
                  <a:schemeClr val="accent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1E7EA5E-F9BA-DDCD-498E-9477B5A75673}"/>
              </a:ext>
            </a:extLst>
          </p:cNvPr>
          <p:cNvSpPr/>
          <p:nvPr userDrawn="1"/>
        </p:nvSpPr>
        <p:spPr>
          <a:xfrm>
            <a:off x="10886986" y="6895957"/>
            <a:ext cx="6138000" cy="1818884"/>
          </a:xfrm>
          <a:prstGeom prst="rect">
            <a:avLst/>
          </a:prstGeom>
          <a:noFill/>
          <a:ln w="88900">
            <a:gradFill>
              <a:gsLst>
                <a:gs pos="50000">
                  <a:schemeClr val="accent4"/>
                </a:gs>
                <a:gs pos="100000">
                  <a:schemeClr val="accent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49195C-9A69-1B5C-5A2B-F0A8BBFF60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18099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Project_Stat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72037-A37E-1897-2BB8-1623CDD6F5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0" y="1204129"/>
            <a:ext cx="7851600" cy="581698"/>
          </a:xfrm>
        </p:spPr>
        <p:txBody>
          <a:bodyPr/>
          <a:lstStyle/>
          <a:p>
            <a:r>
              <a:rPr lang="en-GB" dirty="0"/>
              <a:t>Click to edit title</a:t>
            </a:r>
            <a:endParaRPr lang="en-DE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3694066-979B-8EE5-4BE6-6D0AA6EDB6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BAFC86-18D4-4DD3-769F-EA05A0407868}"/>
              </a:ext>
            </a:extLst>
          </p:cNvPr>
          <p:cNvSpPr/>
          <p:nvPr userDrawn="1"/>
        </p:nvSpPr>
        <p:spPr>
          <a:xfrm>
            <a:off x="1292400" y="2601246"/>
            <a:ext cx="4749811" cy="511444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435F95-160F-C0B2-6313-C780D5D1C081}"/>
              </a:ext>
            </a:extLst>
          </p:cNvPr>
          <p:cNvSpPr/>
          <p:nvPr userDrawn="1"/>
        </p:nvSpPr>
        <p:spPr>
          <a:xfrm>
            <a:off x="1292400" y="3236676"/>
            <a:ext cx="4749811" cy="511444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0613EF-3011-EE53-2075-733439003EE6}"/>
              </a:ext>
            </a:extLst>
          </p:cNvPr>
          <p:cNvSpPr/>
          <p:nvPr userDrawn="1"/>
        </p:nvSpPr>
        <p:spPr>
          <a:xfrm>
            <a:off x="1292400" y="3872107"/>
            <a:ext cx="4749811" cy="511444"/>
          </a:xfrm>
          <a:prstGeom prst="rect">
            <a:avLst/>
          </a:prstGeom>
          <a:solidFill>
            <a:srgbClr val="92D050">
              <a:alpha val="5015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BFC4EAF-E13B-468F-1D43-1CE55C00D3BF}"/>
              </a:ext>
            </a:extLst>
          </p:cNvPr>
          <p:cNvSpPr/>
          <p:nvPr userDrawn="1"/>
        </p:nvSpPr>
        <p:spPr>
          <a:xfrm>
            <a:off x="1472339" y="2213788"/>
            <a:ext cx="1038386" cy="2588217"/>
          </a:xfrm>
          <a:prstGeom prst="roundRect">
            <a:avLst>
              <a:gd name="adj" fmla="val 40548"/>
            </a:avLst>
          </a:prstGeom>
          <a:solidFill>
            <a:srgbClr val="1B1E2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D2B09CB-6C64-2BE3-7913-739F1F254913}"/>
              </a:ext>
            </a:extLst>
          </p:cNvPr>
          <p:cNvSpPr/>
          <p:nvPr userDrawn="1"/>
        </p:nvSpPr>
        <p:spPr>
          <a:xfrm>
            <a:off x="1735810" y="2601246"/>
            <a:ext cx="511444" cy="511444"/>
          </a:xfrm>
          <a:prstGeom prst="ellipse">
            <a:avLst/>
          </a:prstGeom>
          <a:solidFill>
            <a:srgbClr val="C0000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5B1EA9-C179-433F-2072-9D3931EE72F6}"/>
              </a:ext>
            </a:extLst>
          </p:cNvPr>
          <p:cNvSpPr/>
          <p:nvPr userDrawn="1"/>
        </p:nvSpPr>
        <p:spPr>
          <a:xfrm>
            <a:off x="1735810" y="3236676"/>
            <a:ext cx="511444" cy="511444"/>
          </a:xfrm>
          <a:prstGeom prst="ellipse">
            <a:avLst/>
          </a:prstGeom>
          <a:solidFill>
            <a:srgbClr val="FFC00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39431CD-B1CC-BF58-A336-08131FBB82AD}"/>
              </a:ext>
            </a:extLst>
          </p:cNvPr>
          <p:cNvSpPr/>
          <p:nvPr userDrawn="1"/>
        </p:nvSpPr>
        <p:spPr>
          <a:xfrm>
            <a:off x="1735810" y="3872470"/>
            <a:ext cx="511444" cy="511444"/>
          </a:xfrm>
          <a:prstGeom prst="ellipse">
            <a:avLst/>
          </a:prstGeom>
          <a:solidFill>
            <a:srgbClr val="92D05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BECDE9-79A7-09A6-09D2-F05EAF85FC36}"/>
              </a:ext>
            </a:extLst>
          </p:cNvPr>
          <p:cNvSpPr txBox="1"/>
          <p:nvPr userDrawn="1"/>
        </p:nvSpPr>
        <p:spPr>
          <a:xfrm>
            <a:off x="2664619" y="2626135"/>
            <a:ext cx="3593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300" b="1" spc="140" baseline="0" dirty="0"/>
              <a:t>RISKS / ROADBLOCKS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23204C-C348-18D2-F4E3-EA616C1CA7C3}"/>
              </a:ext>
            </a:extLst>
          </p:cNvPr>
          <p:cNvSpPr txBox="1"/>
          <p:nvPr userDrawn="1"/>
        </p:nvSpPr>
        <p:spPr>
          <a:xfrm>
            <a:off x="2664619" y="3261928"/>
            <a:ext cx="3593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300" b="1" spc="140" baseline="0" dirty="0"/>
              <a:t>POTENTIAL RISKS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9072AE-508B-7ABE-2429-ED810E6A6C96}"/>
              </a:ext>
            </a:extLst>
          </p:cNvPr>
          <p:cNvSpPr txBox="1"/>
          <p:nvPr userDrawn="1"/>
        </p:nvSpPr>
        <p:spPr>
          <a:xfrm>
            <a:off x="2664619" y="3897722"/>
            <a:ext cx="3593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300" b="1" spc="140" baseline="0" dirty="0"/>
              <a:t>ON TRACK</a:t>
            </a:r>
          </a:p>
        </p:txBody>
      </p:sp>
      <p:sp>
        <p:nvSpPr>
          <p:cNvPr id="17" name="Table Placeholder 16">
            <a:extLst>
              <a:ext uri="{FF2B5EF4-FFF2-40B4-BE49-F238E27FC236}">
                <a16:creationId xmlns:a16="http://schemas.microsoft.com/office/drawing/2014/main" id="{847F6D2F-8303-0695-CE32-3E0715B487C3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6866964" y="2213788"/>
            <a:ext cx="10163735" cy="2588217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en-DE"/>
          </a:p>
        </p:txBody>
      </p:sp>
      <p:sp>
        <p:nvSpPr>
          <p:cNvPr id="18" name="Table Placeholder 16">
            <a:extLst>
              <a:ext uri="{FF2B5EF4-FFF2-40B4-BE49-F238E27FC236}">
                <a16:creationId xmlns:a16="http://schemas.microsoft.com/office/drawing/2014/main" id="{E227D57C-99CE-8E24-96CF-6C6123FCA669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1297436" y="5247934"/>
            <a:ext cx="15733263" cy="2588217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04743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72037-A37E-1897-2BB8-1623CDD6F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8907CE-5459-B620-806F-02F8E163B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D075B1-E610-F976-5878-EC61D68CC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3694066-979B-8EE5-4BE6-6D0AA6EDB6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89084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nfographicSection_SingleInfographic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63899-7A72-10F9-89FC-8DBF2C121E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0" y="1658097"/>
            <a:ext cx="7851600" cy="581698"/>
          </a:xfrm>
        </p:spPr>
        <p:txBody>
          <a:bodyPr/>
          <a:lstStyle/>
          <a:p>
            <a:r>
              <a:rPr lang="en-GB" dirty="0"/>
              <a:t>Your Infographic</a:t>
            </a:r>
            <a:endParaRPr lang="en-DE" dirty="0"/>
          </a:p>
        </p:txBody>
      </p:sp>
      <p:sp>
        <p:nvSpPr>
          <p:cNvPr id="4" name="SmartArt Placeholder 3">
            <a:extLst>
              <a:ext uri="{FF2B5EF4-FFF2-40B4-BE49-F238E27FC236}">
                <a16:creationId xmlns:a16="http://schemas.microsoft.com/office/drawing/2014/main" id="{5C24B2F9-A2C8-1637-5BE5-45CA9D8C2F2B}"/>
              </a:ext>
            </a:extLst>
          </p:cNvPr>
          <p:cNvSpPr>
            <a:spLocks noGrp="1"/>
          </p:cNvSpPr>
          <p:nvPr>
            <p:ph type="dgm" sz="quarter" idx="10"/>
          </p:nvPr>
        </p:nvSpPr>
        <p:spPr>
          <a:xfrm>
            <a:off x="6364705" y="2574099"/>
            <a:ext cx="5558589" cy="5558589"/>
          </a:xfrm>
        </p:spPr>
        <p:txBody>
          <a:bodyPr/>
          <a:lstStyle/>
          <a:p>
            <a:r>
              <a:rPr lang="de-DE"/>
              <a:t>Klicken Sie auf das Symbol, um die SmartArt-Grafik hinzuzufügen</a:t>
            </a:r>
            <a:endParaRPr lang="en-DE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E758BB0-0F2B-C670-0640-2EB998A047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72728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nfographicSection_Double_Infogrphic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63899-7A72-10F9-89FC-8DBF2C121E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0" y="1658097"/>
            <a:ext cx="7851600" cy="581698"/>
          </a:xfrm>
        </p:spPr>
        <p:txBody>
          <a:bodyPr/>
          <a:lstStyle/>
          <a:p>
            <a:r>
              <a:rPr lang="en-GB" dirty="0"/>
              <a:t>Your Infographics</a:t>
            </a:r>
            <a:endParaRPr lang="en-DE" dirty="0"/>
          </a:p>
        </p:txBody>
      </p:sp>
      <p:sp>
        <p:nvSpPr>
          <p:cNvPr id="4" name="SmartArt Placeholder 3">
            <a:extLst>
              <a:ext uri="{FF2B5EF4-FFF2-40B4-BE49-F238E27FC236}">
                <a16:creationId xmlns:a16="http://schemas.microsoft.com/office/drawing/2014/main" id="{5C24B2F9-A2C8-1637-5BE5-45CA9D8C2F2B}"/>
              </a:ext>
            </a:extLst>
          </p:cNvPr>
          <p:cNvSpPr>
            <a:spLocks noGrp="1"/>
          </p:cNvSpPr>
          <p:nvPr>
            <p:ph type="dgm" sz="quarter" idx="10"/>
          </p:nvPr>
        </p:nvSpPr>
        <p:spPr>
          <a:xfrm>
            <a:off x="2658978" y="2574099"/>
            <a:ext cx="4741101" cy="4741101"/>
          </a:xfrm>
        </p:spPr>
        <p:txBody>
          <a:bodyPr/>
          <a:lstStyle/>
          <a:p>
            <a:r>
              <a:rPr lang="de-DE"/>
              <a:t>Klicken Sie auf das Symbol, um die SmartArt-Grafik hinzuzufügen</a:t>
            </a:r>
            <a:endParaRPr lang="en-DE"/>
          </a:p>
        </p:txBody>
      </p:sp>
      <p:sp>
        <p:nvSpPr>
          <p:cNvPr id="5" name="SmartArt Placeholder 3">
            <a:extLst>
              <a:ext uri="{FF2B5EF4-FFF2-40B4-BE49-F238E27FC236}">
                <a16:creationId xmlns:a16="http://schemas.microsoft.com/office/drawing/2014/main" id="{CEC8EDB6-E475-545A-8410-070800A2A623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10888578" y="2574099"/>
            <a:ext cx="4741101" cy="4741101"/>
          </a:xfrm>
        </p:spPr>
        <p:txBody>
          <a:bodyPr/>
          <a:lstStyle/>
          <a:p>
            <a:r>
              <a:rPr lang="de-DE"/>
              <a:t>Klicken Sie auf das Symbol, um die SmartArt-Grafik hinzuzufügen</a:t>
            </a:r>
            <a:endParaRPr lang="en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1A75A5C-FB8D-6D03-397D-975F2B8F680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59063" y="7531100"/>
            <a:ext cx="4740275" cy="81915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0647B938-D87F-9439-A33F-E5A79DBA9D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888663" y="7531100"/>
            <a:ext cx="4740275" cy="81915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AE76146-1F04-757E-6147-DB08FF319F0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80593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OutroSection_ContactSlide_TwoContacts_de">
    <p:bg>
      <p:bgPr>
        <a:solidFill>
          <a:srgbClr val="040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E3261390-DA6A-EDF5-3A29-7B2670249A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7273" y="0"/>
            <a:ext cx="11658439" cy="9209088"/>
          </a:xfrm>
          <a:prstGeom prst="rect">
            <a:avLst/>
          </a:prstGeom>
          <a:gradFill flip="none" rotWithShape="1">
            <a:gsLst>
              <a:gs pos="61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D9CAF6C-4A57-38E9-F8AE-F236555E6E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7444800" cy="9209088"/>
          </a:xfrm>
          <a:prstGeom prst="rect">
            <a:avLst/>
          </a:prstGeom>
          <a:gradFill flip="none" rotWithShape="1">
            <a:gsLst>
              <a:gs pos="81000">
                <a:srgbClr val="1B1E21"/>
              </a:gs>
              <a:gs pos="38000">
                <a:srgbClr val="101018"/>
              </a:gs>
              <a:gs pos="100000">
                <a:srgbClr val="272A2E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1" y="1076400"/>
            <a:ext cx="4911264" cy="1163395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Wir </a:t>
            </a:r>
            <a:r>
              <a:rPr lang="en-GB" dirty="0" err="1"/>
              <a:t>sind</a:t>
            </a:r>
            <a:r>
              <a:rPr lang="en-GB" dirty="0"/>
              <a:t> </a:t>
            </a:r>
            <a:r>
              <a:rPr lang="en-GB" dirty="0" err="1"/>
              <a:t>Startklar</a:t>
            </a:r>
            <a:r>
              <a:rPr lang="en-GB" dirty="0"/>
              <a:t>!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CCC984-802B-4307-A083-9CBA76199BA1}"/>
              </a:ext>
            </a:extLst>
          </p:cNvPr>
          <p:cNvCxnSpPr>
            <a:cxnSpLocks/>
          </p:cNvCxnSpPr>
          <p:nvPr userDrawn="1"/>
        </p:nvCxnSpPr>
        <p:spPr>
          <a:xfrm>
            <a:off x="1286627" y="2723902"/>
            <a:ext cx="1296000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102F9F3A-06A3-75CE-C3DC-EEF803A90C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86626" y="5824710"/>
            <a:ext cx="2957007" cy="576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E294F24-E951-6653-9130-A7405BD6CD96}"/>
              </a:ext>
            </a:extLst>
          </p:cNvPr>
          <p:cNvSpPr txBox="1"/>
          <p:nvPr userDrawn="1"/>
        </p:nvSpPr>
        <p:spPr>
          <a:xfrm>
            <a:off x="1292400" y="6676506"/>
            <a:ext cx="6876008" cy="19236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ts val="2545"/>
              </a:lnSpc>
            </a:pP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shiftavenue</a:t>
            </a: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GmbH</a:t>
            </a:r>
          </a:p>
          <a:p>
            <a:pPr algn="l">
              <a:lnSpc>
                <a:spcPts val="2545"/>
              </a:lnSpc>
            </a:pP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Nördliche</a:t>
            </a: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</a:t>
            </a: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Münchner</a:t>
            </a: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Str. 27a</a:t>
            </a:r>
          </a:p>
          <a:p>
            <a:pPr algn="l">
              <a:lnSpc>
                <a:spcPts val="2545"/>
              </a:lnSpc>
            </a:pP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82031 </a:t>
            </a: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Grünwald</a:t>
            </a: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r>
              <a:rPr lang="en-US" sz="2100" spc="45" baseline="0" dirty="0" err="1">
                <a:solidFill>
                  <a:schemeClr val="accent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www.shiftavenue.com</a:t>
            </a:r>
            <a:endParaRPr lang="en-US" sz="2100" spc="45" baseline="0" dirty="0">
              <a:solidFill>
                <a:schemeClr val="accent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pic>
        <p:nvPicPr>
          <p:cNvPr id="3" name="Picture 2" descr="A qr code with black squares&#10;&#10;Description automatically generated">
            <a:extLst>
              <a:ext uri="{FF2B5EF4-FFF2-40B4-BE49-F238E27FC236}">
                <a16:creationId xmlns:a16="http://schemas.microsoft.com/office/drawing/2014/main" id="{E3B33ABD-B6EC-34E2-7543-4953BD01AE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44000" y="5840874"/>
            <a:ext cx="2494800" cy="2494800"/>
          </a:xfrm>
          <a:prstGeom prst="rect">
            <a:avLst/>
          </a:prstGeom>
        </p:spPr>
      </p:pic>
      <p:pic>
        <p:nvPicPr>
          <p:cNvPr id="9" name="Picture 8" descr="A qr code with black squares&#10;&#10;Description automatically generated">
            <a:extLst>
              <a:ext uri="{FF2B5EF4-FFF2-40B4-BE49-F238E27FC236}">
                <a16:creationId xmlns:a16="http://schemas.microsoft.com/office/drawing/2014/main" id="{2D012891-BB6A-6114-FE4B-2023FC5427A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587024" y="1076400"/>
            <a:ext cx="2495565" cy="2495565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5B4120A-065D-B115-EECC-72D47C197789}"/>
              </a:ext>
            </a:extLst>
          </p:cNvPr>
          <p:cNvCxnSpPr>
            <a:cxnSpLocks/>
          </p:cNvCxnSpPr>
          <p:nvPr userDrawn="1"/>
        </p:nvCxnSpPr>
        <p:spPr>
          <a:xfrm>
            <a:off x="8922326" y="107640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90107F6-2FB4-B7B5-1314-9B040A07354F}"/>
              </a:ext>
            </a:extLst>
          </p:cNvPr>
          <p:cNvCxnSpPr>
            <a:cxnSpLocks/>
          </p:cNvCxnSpPr>
          <p:nvPr userDrawn="1"/>
        </p:nvCxnSpPr>
        <p:spPr>
          <a:xfrm>
            <a:off x="8986549" y="357491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C4A231B-6547-B414-D423-1565742CF31B}"/>
              </a:ext>
            </a:extLst>
          </p:cNvPr>
          <p:cNvSpPr txBox="1"/>
          <p:nvPr userDrawn="1"/>
        </p:nvSpPr>
        <p:spPr>
          <a:xfrm>
            <a:off x="8986549" y="4227848"/>
            <a:ext cx="8372475" cy="990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350" normalizeH="0" baseline="0" noProof="0" dirty="0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#</a:t>
            </a:r>
            <a:r>
              <a:rPr kumimoji="0" lang="en-US" sz="3200" b="0" i="0" u="none" strike="noStrike" kern="1200" cap="none" spc="350" normalizeH="0" baseline="0" noProof="0" dirty="0" err="1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automatethefuture</a:t>
            </a:r>
            <a:endParaRPr kumimoji="0" lang="en-US" sz="3200" b="0" i="0" u="none" strike="noStrike" kern="1200" cap="none" spc="350" normalizeH="0" baseline="0" noProof="0" dirty="0">
              <a:ln>
                <a:noFill/>
              </a:ln>
              <a:solidFill>
                <a:srgbClr val="922686"/>
              </a:solidFill>
              <a:effectLst/>
              <a:uLnTx/>
              <a:uFillTx/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marL="0" marR="0" lvl="0" indent="0" algn="ctr" defTabSz="914400" rtl="0" eaLnBrk="1" fontAlgn="auto" latinLnBrk="0" hangingPunct="1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350" normalizeH="0" baseline="0" noProof="0" dirty="0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#</a:t>
            </a:r>
            <a:r>
              <a:rPr kumimoji="0" lang="en-US" sz="3200" b="0" i="0" u="none" strike="noStrike" kern="1200" cap="none" spc="350" normalizeH="0" baseline="0" noProof="0" dirty="0" err="1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achievemore</a:t>
            </a:r>
            <a:endParaRPr kumimoji="0" lang="en-US" sz="3200" b="0" i="0" u="none" strike="noStrike" kern="1200" cap="none" spc="350" normalizeH="0" baseline="0" noProof="0" dirty="0">
              <a:ln>
                <a:noFill/>
              </a:ln>
              <a:solidFill>
                <a:srgbClr val="922686"/>
              </a:solidFill>
              <a:effectLst/>
              <a:uLnTx/>
              <a:uFillTx/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B36D09-F54D-BD1B-54FC-6E1397108A27}"/>
              </a:ext>
            </a:extLst>
          </p:cNvPr>
          <p:cNvSpPr txBox="1"/>
          <p:nvPr userDrawn="1"/>
        </p:nvSpPr>
        <p:spPr>
          <a:xfrm>
            <a:off x="12884727" y="6437979"/>
            <a:ext cx="41978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2400" spc="345" baseline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</a:defRPr>
            </a:lvl1pPr>
          </a:lstStyle>
          <a:p>
            <a:pPr lvl="0" algn="r"/>
            <a:r>
              <a:rPr lang="en-US" dirty="0">
                <a:sym typeface="Inter"/>
              </a:rPr>
              <a:t>Oder </a:t>
            </a:r>
            <a:r>
              <a:rPr lang="en-US" dirty="0" err="1">
                <a:sym typeface="Inter"/>
              </a:rPr>
              <a:t>folgt</a:t>
            </a:r>
            <a:r>
              <a:rPr lang="en-US" dirty="0">
                <a:sym typeface="Inter"/>
              </a:rPr>
              <a:t> </a:t>
            </a:r>
            <a:r>
              <a:rPr lang="en-US" dirty="0" err="1">
                <a:sym typeface="Inter"/>
              </a:rPr>
              <a:t>uns</a:t>
            </a:r>
            <a:r>
              <a:rPr lang="en-US" dirty="0">
                <a:sym typeface="Inter"/>
              </a:rPr>
              <a:t> auf LinkedIn für News und Trends </a:t>
            </a:r>
            <a:r>
              <a:rPr lang="en-US" dirty="0" err="1">
                <a:sym typeface="Inter"/>
              </a:rPr>
              <a:t>aus</a:t>
            </a:r>
            <a:r>
              <a:rPr lang="en-US" dirty="0">
                <a:sym typeface="Inter"/>
              </a:rPr>
              <a:t> der IT-Welt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92595A9-84E3-698B-F5D6-C5796EAC3EAC}"/>
              </a:ext>
            </a:extLst>
          </p:cNvPr>
          <p:cNvCxnSpPr>
            <a:cxnSpLocks/>
          </p:cNvCxnSpPr>
          <p:nvPr userDrawn="1"/>
        </p:nvCxnSpPr>
        <p:spPr>
          <a:xfrm>
            <a:off x="12088800" y="582471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3EAF417-7895-6442-D52A-DBF9C850D4E1}"/>
              </a:ext>
            </a:extLst>
          </p:cNvPr>
          <p:cNvCxnSpPr>
            <a:cxnSpLocks/>
          </p:cNvCxnSpPr>
          <p:nvPr userDrawn="1"/>
        </p:nvCxnSpPr>
        <p:spPr>
          <a:xfrm>
            <a:off x="12088800" y="832322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8943A06-69FB-FCDA-7406-960204C46D31}"/>
              </a:ext>
            </a:extLst>
          </p:cNvPr>
          <p:cNvSpPr txBox="1"/>
          <p:nvPr userDrawn="1"/>
        </p:nvSpPr>
        <p:spPr>
          <a:xfrm>
            <a:off x="9144000" y="1767413"/>
            <a:ext cx="3319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</a:pPr>
            <a:r>
              <a:rPr lang="en-US" sz="2400" kern="1200" spc="345" baseline="0" dirty="0" err="1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Besucht</a:t>
            </a:r>
            <a:r>
              <a:rPr lang="en-US" sz="2400" kern="1200" spc="345" baseline="0" dirty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</a:t>
            </a:r>
            <a:r>
              <a:rPr lang="en-US" sz="2400" kern="1200" spc="345" baseline="0" dirty="0" err="1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unsere</a:t>
            </a:r>
            <a:r>
              <a:rPr lang="en-US" sz="2400" kern="1200" spc="345" baseline="0" dirty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Website für </a:t>
            </a:r>
            <a:r>
              <a:rPr lang="en-US" sz="2400" kern="1200" spc="345" baseline="0" dirty="0" err="1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mehr</a:t>
            </a:r>
            <a:r>
              <a:rPr lang="en-US" sz="2400" kern="1200" spc="345" baseline="0" dirty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</a:t>
            </a:r>
            <a:r>
              <a:rPr lang="en-US" sz="2400" kern="1200" spc="345" baseline="0" dirty="0" err="1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Infos</a:t>
            </a:r>
            <a:endParaRPr lang="en-US" sz="2400" kern="1200" spc="345" baseline="0" dirty="0">
              <a:solidFill>
                <a:srgbClr val="F3F7FA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7CD914E-9AA5-2CA8-2F0B-34B0D4C33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86626" y="3106749"/>
            <a:ext cx="6158173" cy="1184275"/>
          </a:xfrm>
        </p:spPr>
        <p:txBody>
          <a:bodyPr/>
          <a:lstStyle>
            <a:lvl1pPr marL="0" algn="l" defTabSz="457200" rtl="0" eaLnBrk="1" latinLnBrk="0" hangingPunct="1">
              <a:lnSpc>
                <a:spcPts val="2545"/>
              </a:lnSpc>
              <a:defRPr lang="en-US" sz="2100" b="1" kern="1200" spc="140" baseline="0" dirty="0">
                <a:solidFill>
                  <a:schemeClr val="tx1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defRPr>
            </a:lvl1pPr>
          </a:lstStyle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Your Name</a:t>
            </a: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  <a:hlinkClick r:id="rId5"/>
              </a:rPr>
              <a:t>your.name@shiftavenue.com</a:t>
            </a:r>
            <a:endParaRPr lang="en-US" sz="24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+4917000000000</a:t>
            </a:r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32568EBC-EE54-0E19-D61E-0CDC93B4D6BA}"/>
              </a:ext>
            </a:extLst>
          </p:cNvPr>
          <p:cNvSpPr txBox="1"/>
          <p:nvPr userDrawn="1"/>
        </p:nvSpPr>
        <p:spPr>
          <a:xfrm rot="16200000">
            <a:off x="13309200" y="4411638"/>
            <a:ext cx="9190537" cy="38581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ts val="25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© </a:t>
            </a:r>
            <a:r>
              <a:rPr lang="en-US" sz="18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shiftavenue</a:t>
            </a:r>
            <a:r>
              <a:rPr lang="en-US" sz="18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2026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A637F396-34AB-AA69-753A-A0214C0956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86626" y="4673869"/>
            <a:ext cx="6158173" cy="1135683"/>
          </a:xfrm>
        </p:spPr>
        <p:txBody>
          <a:bodyPr/>
          <a:lstStyle>
            <a:lvl1pPr marL="0" algn="l" defTabSz="457200" rtl="0" eaLnBrk="1" latinLnBrk="0" hangingPunct="1">
              <a:lnSpc>
                <a:spcPts val="2545"/>
              </a:lnSpc>
              <a:defRPr lang="en-US" sz="2100" b="1" kern="1200" spc="140" baseline="0" dirty="0">
                <a:solidFill>
                  <a:schemeClr val="tx1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defRPr>
            </a:lvl1pPr>
          </a:lstStyle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For Sales:</a:t>
            </a: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  <a:hlinkClick r:id="rId6"/>
              </a:rPr>
              <a:t>sales@shiftavenue.com</a:t>
            </a:r>
            <a:endParaRPr lang="en-US" sz="24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499200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OutroSection_ContactSlide_TwoContacts_de">
    <p:bg>
      <p:bgPr>
        <a:solidFill>
          <a:srgbClr val="040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E3261390-DA6A-EDF5-3A29-7B2670249A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7273" y="0"/>
            <a:ext cx="11658439" cy="9209088"/>
          </a:xfrm>
          <a:prstGeom prst="rect">
            <a:avLst/>
          </a:prstGeom>
          <a:gradFill flip="none" rotWithShape="1">
            <a:gsLst>
              <a:gs pos="61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D9CAF6C-4A57-38E9-F8AE-F236555E6E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7444800" cy="9209088"/>
          </a:xfrm>
          <a:prstGeom prst="rect">
            <a:avLst/>
          </a:prstGeom>
          <a:gradFill flip="none" rotWithShape="1">
            <a:gsLst>
              <a:gs pos="81000">
                <a:srgbClr val="1B1E21"/>
              </a:gs>
              <a:gs pos="38000">
                <a:srgbClr val="101018"/>
              </a:gs>
              <a:gs pos="100000">
                <a:srgbClr val="272A2E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1" y="1076400"/>
            <a:ext cx="4911264" cy="1163395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Wir </a:t>
            </a:r>
            <a:r>
              <a:rPr lang="en-GB" dirty="0" err="1"/>
              <a:t>sind</a:t>
            </a:r>
            <a:r>
              <a:rPr lang="en-GB" dirty="0"/>
              <a:t> </a:t>
            </a:r>
            <a:r>
              <a:rPr lang="en-GB" dirty="0" err="1"/>
              <a:t>Startklar</a:t>
            </a:r>
            <a:r>
              <a:rPr lang="en-GB" dirty="0"/>
              <a:t>!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CCC984-802B-4307-A083-9CBA76199BA1}"/>
              </a:ext>
            </a:extLst>
          </p:cNvPr>
          <p:cNvCxnSpPr>
            <a:cxnSpLocks/>
          </p:cNvCxnSpPr>
          <p:nvPr userDrawn="1"/>
        </p:nvCxnSpPr>
        <p:spPr>
          <a:xfrm>
            <a:off x="1286627" y="2723902"/>
            <a:ext cx="1296000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102F9F3A-06A3-75CE-C3DC-EEF803A90C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05411" y="6853659"/>
            <a:ext cx="2957007" cy="576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E294F24-E951-6653-9130-A7405BD6CD96}"/>
              </a:ext>
            </a:extLst>
          </p:cNvPr>
          <p:cNvSpPr txBox="1"/>
          <p:nvPr userDrawn="1"/>
        </p:nvSpPr>
        <p:spPr>
          <a:xfrm>
            <a:off x="1205411" y="8015073"/>
            <a:ext cx="6962997" cy="3206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45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100" b="1" i="0" kern="12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  <a:hlinkClick r:id="rId3"/>
              </a:rPr>
              <a:t>www.shiftavenue.com</a:t>
            </a:r>
            <a:endParaRPr lang="en-US" sz="2100" b="1" i="0" kern="12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pic>
        <p:nvPicPr>
          <p:cNvPr id="3" name="Picture 2" descr="A qr code with black squares&#10;&#10;Description automatically generated">
            <a:extLst>
              <a:ext uri="{FF2B5EF4-FFF2-40B4-BE49-F238E27FC236}">
                <a16:creationId xmlns:a16="http://schemas.microsoft.com/office/drawing/2014/main" id="{E3B33ABD-B6EC-34E2-7543-4953BD01AE0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44000" y="5840874"/>
            <a:ext cx="2494800" cy="2494800"/>
          </a:xfrm>
          <a:prstGeom prst="rect">
            <a:avLst/>
          </a:prstGeom>
        </p:spPr>
      </p:pic>
      <p:pic>
        <p:nvPicPr>
          <p:cNvPr id="9" name="Picture 8" descr="A qr code with black squares&#10;&#10;Description automatically generated">
            <a:extLst>
              <a:ext uri="{FF2B5EF4-FFF2-40B4-BE49-F238E27FC236}">
                <a16:creationId xmlns:a16="http://schemas.microsoft.com/office/drawing/2014/main" id="{2D012891-BB6A-6114-FE4B-2023FC5427A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4587024" y="1076400"/>
            <a:ext cx="2495565" cy="2495565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5B4120A-065D-B115-EECC-72D47C197789}"/>
              </a:ext>
            </a:extLst>
          </p:cNvPr>
          <p:cNvCxnSpPr>
            <a:cxnSpLocks/>
          </p:cNvCxnSpPr>
          <p:nvPr userDrawn="1"/>
        </p:nvCxnSpPr>
        <p:spPr>
          <a:xfrm>
            <a:off x="8922326" y="107640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90107F6-2FB4-B7B5-1314-9B040A07354F}"/>
              </a:ext>
            </a:extLst>
          </p:cNvPr>
          <p:cNvCxnSpPr>
            <a:cxnSpLocks/>
          </p:cNvCxnSpPr>
          <p:nvPr userDrawn="1"/>
        </p:nvCxnSpPr>
        <p:spPr>
          <a:xfrm>
            <a:off x="8986549" y="357491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C4A231B-6547-B414-D423-1565742CF31B}"/>
              </a:ext>
            </a:extLst>
          </p:cNvPr>
          <p:cNvSpPr txBox="1"/>
          <p:nvPr userDrawn="1"/>
        </p:nvSpPr>
        <p:spPr>
          <a:xfrm>
            <a:off x="8986549" y="4227848"/>
            <a:ext cx="8372475" cy="990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350" normalizeH="0" baseline="0" noProof="0" dirty="0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#</a:t>
            </a:r>
            <a:r>
              <a:rPr kumimoji="0" lang="en-US" sz="3200" b="0" i="0" u="none" strike="noStrike" kern="1200" cap="none" spc="350" normalizeH="0" baseline="0" noProof="0" dirty="0" err="1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automatethefuture</a:t>
            </a:r>
            <a:endParaRPr kumimoji="0" lang="en-US" sz="3200" b="0" i="0" u="none" strike="noStrike" kern="1200" cap="none" spc="350" normalizeH="0" baseline="0" noProof="0" dirty="0">
              <a:ln>
                <a:noFill/>
              </a:ln>
              <a:solidFill>
                <a:srgbClr val="922686"/>
              </a:solidFill>
              <a:effectLst/>
              <a:uLnTx/>
              <a:uFillTx/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marL="0" marR="0" lvl="0" indent="0" algn="ctr" defTabSz="914400" rtl="0" eaLnBrk="1" fontAlgn="auto" latinLnBrk="0" hangingPunct="1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350" normalizeH="0" baseline="0" noProof="0" dirty="0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#</a:t>
            </a:r>
            <a:r>
              <a:rPr kumimoji="0" lang="en-US" sz="3200" b="0" i="0" u="none" strike="noStrike" kern="1200" cap="none" spc="350" normalizeH="0" baseline="0" noProof="0" dirty="0" err="1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achievemore</a:t>
            </a:r>
            <a:endParaRPr kumimoji="0" lang="en-US" sz="3200" b="0" i="0" u="none" strike="noStrike" kern="1200" cap="none" spc="350" normalizeH="0" baseline="0" noProof="0" dirty="0">
              <a:ln>
                <a:noFill/>
              </a:ln>
              <a:solidFill>
                <a:srgbClr val="922686"/>
              </a:solidFill>
              <a:effectLst/>
              <a:uLnTx/>
              <a:uFillTx/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B36D09-F54D-BD1B-54FC-6E1397108A27}"/>
              </a:ext>
            </a:extLst>
          </p:cNvPr>
          <p:cNvSpPr txBox="1"/>
          <p:nvPr userDrawn="1"/>
        </p:nvSpPr>
        <p:spPr>
          <a:xfrm>
            <a:off x="12884727" y="6437979"/>
            <a:ext cx="41978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2400" spc="345" baseline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</a:defRPr>
            </a:lvl1pPr>
          </a:lstStyle>
          <a:p>
            <a:pPr lvl="0" algn="r"/>
            <a:r>
              <a:rPr lang="en-US" dirty="0">
                <a:sym typeface="Inter"/>
              </a:rPr>
              <a:t>Oder </a:t>
            </a:r>
            <a:r>
              <a:rPr lang="en-US" dirty="0" err="1">
                <a:sym typeface="Inter"/>
              </a:rPr>
              <a:t>folgt</a:t>
            </a:r>
            <a:r>
              <a:rPr lang="en-US" dirty="0">
                <a:sym typeface="Inter"/>
              </a:rPr>
              <a:t> </a:t>
            </a:r>
            <a:r>
              <a:rPr lang="en-US" dirty="0" err="1">
                <a:sym typeface="Inter"/>
              </a:rPr>
              <a:t>uns</a:t>
            </a:r>
            <a:r>
              <a:rPr lang="en-US" dirty="0">
                <a:sym typeface="Inter"/>
              </a:rPr>
              <a:t> auf LinkedIn für News und Trends </a:t>
            </a:r>
            <a:r>
              <a:rPr lang="en-US" dirty="0" err="1">
                <a:sym typeface="Inter"/>
              </a:rPr>
              <a:t>aus</a:t>
            </a:r>
            <a:r>
              <a:rPr lang="en-US" dirty="0">
                <a:sym typeface="Inter"/>
              </a:rPr>
              <a:t> der IT-Welt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92595A9-84E3-698B-F5D6-C5796EAC3EAC}"/>
              </a:ext>
            </a:extLst>
          </p:cNvPr>
          <p:cNvCxnSpPr>
            <a:cxnSpLocks/>
          </p:cNvCxnSpPr>
          <p:nvPr userDrawn="1"/>
        </p:nvCxnSpPr>
        <p:spPr>
          <a:xfrm>
            <a:off x="12088800" y="582471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3EAF417-7895-6442-D52A-DBF9C850D4E1}"/>
              </a:ext>
            </a:extLst>
          </p:cNvPr>
          <p:cNvCxnSpPr>
            <a:cxnSpLocks/>
          </p:cNvCxnSpPr>
          <p:nvPr userDrawn="1"/>
        </p:nvCxnSpPr>
        <p:spPr>
          <a:xfrm>
            <a:off x="12088800" y="832322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8943A06-69FB-FCDA-7406-960204C46D31}"/>
              </a:ext>
            </a:extLst>
          </p:cNvPr>
          <p:cNvSpPr txBox="1"/>
          <p:nvPr userDrawn="1"/>
        </p:nvSpPr>
        <p:spPr>
          <a:xfrm>
            <a:off x="9144000" y="1767413"/>
            <a:ext cx="3319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</a:pPr>
            <a:r>
              <a:rPr lang="en-US" sz="2400" kern="1200" spc="345" baseline="0" dirty="0" err="1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Besucht</a:t>
            </a:r>
            <a:r>
              <a:rPr lang="en-US" sz="2400" kern="1200" spc="345" baseline="0" dirty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</a:t>
            </a:r>
            <a:r>
              <a:rPr lang="en-US" sz="2400" kern="1200" spc="345" baseline="0" dirty="0" err="1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unsere</a:t>
            </a:r>
            <a:r>
              <a:rPr lang="en-US" sz="2400" kern="1200" spc="345" baseline="0" dirty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Website für </a:t>
            </a:r>
            <a:r>
              <a:rPr lang="en-US" sz="2400" kern="1200" spc="345" baseline="0" dirty="0" err="1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mehr</a:t>
            </a:r>
            <a:r>
              <a:rPr lang="en-US" sz="2400" kern="1200" spc="345" baseline="0" dirty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</a:t>
            </a:r>
            <a:r>
              <a:rPr lang="en-US" sz="2400" kern="1200" spc="345" baseline="0" dirty="0" err="1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Infos</a:t>
            </a:r>
            <a:endParaRPr lang="en-US" sz="2400" kern="1200" spc="345" baseline="0" dirty="0">
              <a:solidFill>
                <a:srgbClr val="F3F7FA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7CD914E-9AA5-2CA8-2F0B-34B0D4C33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86626" y="3106749"/>
            <a:ext cx="6158173" cy="1184275"/>
          </a:xfrm>
        </p:spPr>
        <p:txBody>
          <a:bodyPr/>
          <a:lstStyle>
            <a:lvl1pPr marL="0" algn="l" defTabSz="457200" rtl="0" eaLnBrk="1" latinLnBrk="0" hangingPunct="1">
              <a:lnSpc>
                <a:spcPts val="2545"/>
              </a:lnSpc>
              <a:defRPr lang="en-US" sz="2100" b="1" kern="1200" spc="140" baseline="0" dirty="0">
                <a:solidFill>
                  <a:schemeClr val="tx1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defRPr>
            </a:lvl1pPr>
          </a:lstStyle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Your Name</a:t>
            </a: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  <a:hlinkClick r:id="rId6"/>
              </a:rPr>
              <a:t>your.name@shiftavenue.com</a:t>
            </a:r>
            <a:endParaRPr lang="en-US" sz="24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+4917000000000</a:t>
            </a:r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32568EBC-EE54-0E19-D61E-0CDC93B4D6BA}"/>
              </a:ext>
            </a:extLst>
          </p:cNvPr>
          <p:cNvSpPr txBox="1"/>
          <p:nvPr userDrawn="1"/>
        </p:nvSpPr>
        <p:spPr>
          <a:xfrm rot="16200000">
            <a:off x="13309200" y="4411638"/>
            <a:ext cx="9190537" cy="38581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ts val="25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© </a:t>
            </a:r>
            <a:r>
              <a:rPr lang="en-US" sz="18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shiftavenue</a:t>
            </a:r>
            <a:r>
              <a:rPr lang="en-US" sz="18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2026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A637F396-34AB-AA69-753A-A0214C0956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86625" y="4938911"/>
            <a:ext cx="6158173" cy="1377307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2545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100" b="1" kern="1200" spc="140" baseline="0" dirty="0">
                <a:solidFill>
                  <a:schemeClr val="tx1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defRPr>
            </a:lvl1pPr>
          </a:lstStyle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Your Name</a:t>
            </a: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  <a:hlinkClick r:id="rId7"/>
              </a:rPr>
              <a:t>Your.name@shiftavenue.com</a:t>
            </a:r>
            <a:endParaRPr lang="en-US" sz="24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marL="0" marR="0" lvl="0" indent="0" algn="l" defTabSz="457200" rtl="0" eaLnBrk="1" fontAlgn="auto" latinLnBrk="0" hangingPunct="1">
              <a:lnSpc>
                <a:spcPts val="2545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+4917000000000</a:t>
            </a:r>
          </a:p>
          <a:p>
            <a:pPr algn="l">
              <a:lnSpc>
                <a:spcPts val="2545"/>
              </a:lnSpc>
            </a:pPr>
            <a:endParaRPr lang="en-US" sz="24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0AFD3-BA35-B353-B208-C6EA611507F2}"/>
              </a:ext>
            </a:extLst>
          </p:cNvPr>
          <p:cNvCxnSpPr>
            <a:cxnSpLocks/>
          </p:cNvCxnSpPr>
          <p:nvPr userDrawn="1"/>
        </p:nvCxnSpPr>
        <p:spPr>
          <a:xfrm>
            <a:off x="1286625" y="4604543"/>
            <a:ext cx="1296000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0946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OutroSection_ContactSlide_TwoContacts_en">
    <p:bg>
      <p:bgPr>
        <a:solidFill>
          <a:srgbClr val="040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E3261390-DA6A-EDF5-3A29-7B2670249A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7273" y="0"/>
            <a:ext cx="11658439" cy="9209088"/>
          </a:xfrm>
          <a:prstGeom prst="rect">
            <a:avLst/>
          </a:prstGeom>
          <a:gradFill flip="none" rotWithShape="1">
            <a:gsLst>
              <a:gs pos="61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D9CAF6C-4A57-38E9-F8AE-F236555E6E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7444800" cy="9209088"/>
          </a:xfrm>
          <a:prstGeom prst="rect">
            <a:avLst/>
          </a:prstGeom>
          <a:gradFill flip="none" rotWithShape="1">
            <a:gsLst>
              <a:gs pos="81000">
                <a:srgbClr val="1B1E21"/>
              </a:gs>
              <a:gs pos="38000">
                <a:srgbClr val="101018"/>
              </a:gs>
              <a:gs pos="100000">
                <a:srgbClr val="272A2E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1" y="1076400"/>
            <a:ext cx="4911264" cy="1163395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We’re Ready to Start!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CCC984-802B-4307-A083-9CBA76199BA1}"/>
              </a:ext>
            </a:extLst>
          </p:cNvPr>
          <p:cNvCxnSpPr>
            <a:cxnSpLocks/>
          </p:cNvCxnSpPr>
          <p:nvPr userDrawn="1"/>
        </p:nvCxnSpPr>
        <p:spPr>
          <a:xfrm>
            <a:off x="1286627" y="2723902"/>
            <a:ext cx="1296000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102F9F3A-06A3-75CE-C3DC-EEF803A90C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86626" y="5824710"/>
            <a:ext cx="2957007" cy="576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E294F24-E951-6653-9130-A7405BD6CD96}"/>
              </a:ext>
            </a:extLst>
          </p:cNvPr>
          <p:cNvSpPr txBox="1"/>
          <p:nvPr userDrawn="1"/>
        </p:nvSpPr>
        <p:spPr>
          <a:xfrm>
            <a:off x="1292400" y="6676506"/>
            <a:ext cx="6876008" cy="19236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ts val="2545"/>
              </a:lnSpc>
            </a:pPr>
            <a:r>
              <a:rPr lang="en-US" sz="2100" spc="50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shiftavenue</a:t>
            </a:r>
            <a:r>
              <a:rPr lang="en-US" sz="2100" spc="50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GmbH</a:t>
            </a:r>
          </a:p>
          <a:p>
            <a:pPr algn="l">
              <a:lnSpc>
                <a:spcPts val="2545"/>
              </a:lnSpc>
            </a:pPr>
            <a:r>
              <a:rPr lang="en-US" sz="2100" spc="50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Nördliche</a:t>
            </a:r>
            <a:r>
              <a:rPr lang="en-US" sz="2100" spc="50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</a:t>
            </a:r>
            <a:r>
              <a:rPr lang="en-US" sz="2100" spc="50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Münchner</a:t>
            </a:r>
            <a:r>
              <a:rPr lang="en-US" sz="2100" spc="50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Str. 27a</a:t>
            </a:r>
          </a:p>
          <a:p>
            <a:pPr algn="l">
              <a:lnSpc>
                <a:spcPts val="2545"/>
              </a:lnSpc>
            </a:pPr>
            <a:r>
              <a:rPr lang="en-US" sz="2100" spc="50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82031 </a:t>
            </a:r>
            <a:r>
              <a:rPr lang="en-US" sz="2100" spc="50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Grünwald</a:t>
            </a:r>
            <a:endParaRPr lang="en-US" sz="2100" spc="50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endParaRPr lang="en-US" sz="2100" spc="50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r>
              <a:rPr lang="en-US" sz="2100" spc="50" baseline="0" dirty="0" err="1">
                <a:solidFill>
                  <a:schemeClr val="accent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www.shiftavenue.com</a:t>
            </a:r>
            <a:endParaRPr lang="en-US" sz="2100" spc="50" baseline="0" dirty="0">
              <a:solidFill>
                <a:schemeClr val="accent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endParaRPr lang="en-US" sz="2100" spc="50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pic>
        <p:nvPicPr>
          <p:cNvPr id="3" name="Picture 2" descr="A qr code with black squares&#10;&#10;Description automatically generated">
            <a:extLst>
              <a:ext uri="{FF2B5EF4-FFF2-40B4-BE49-F238E27FC236}">
                <a16:creationId xmlns:a16="http://schemas.microsoft.com/office/drawing/2014/main" id="{E3B33ABD-B6EC-34E2-7543-4953BD01AE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44000" y="5840874"/>
            <a:ext cx="2494800" cy="2494800"/>
          </a:xfrm>
          <a:prstGeom prst="rect">
            <a:avLst/>
          </a:prstGeom>
        </p:spPr>
      </p:pic>
      <p:pic>
        <p:nvPicPr>
          <p:cNvPr id="9" name="Picture 8" descr="A qr code with black squares&#10;&#10;Description automatically generated">
            <a:extLst>
              <a:ext uri="{FF2B5EF4-FFF2-40B4-BE49-F238E27FC236}">
                <a16:creationId xmlns:a16="http://schemas.microsoft.com/office/drawing/2014/main" id="{2D012891-BB6A-6114-FE4B-2023FC5427A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587024" y="1076400"/>
            <a:ext cx="2495565" cy="2495565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5B4120A-065D-B115-EECC-72D47C197789}"/>
              </a:ext>
            </a:extLst>
          </p:cNvPr>
          <p:cNvCxnSpPr>
            <a:cxnSpLocks/>
          </p:cNvCxnSpPr>
          <p:nvPr userDrawn="1"/>
        </p:nvCxnSpPr>
        <p:spPr>
          <a:xfrm>
            <a:off x="8922326" y="107640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90107F6-2FB4-B7B5-1314-9B040A07354F}"/>
              </a:ext>
            </a:extLst>
          </p:cNvPr>
          <p:cNvCxnSpPr>
            <a:cxnSpLocks/>
          </p:cNvCxnSpPr>
          <p:nvPr userDrawn="1"/>
        </p:nvCxnSpPr>
        <p:spPr>
          <a:xfrm>
            <a:off x="8986549" y="357491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C4A231B-6547-B414-D423-1565742CF31B}"/>
              </a:ext>
            </a:extLst>
          </p:cNvPr>
          <p:cNvSpPr txBox="1"/>
          <p:nvPr userDrawn="1"/>
        </p:nvSpPr>
        <p:spPr>
          <a:xfrm>
            <a:off x="8986549" y="4227848"/>
            <a:ext cx="8372475" cy="990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350" normalizeH="0" baseline="0" noProof="0" dirty="0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#</a:t>
            </a:r>
            <a:r>
              <a:rPr kumimoji="0" lang="en-US" sz="3200" b="0" i="0" u="none" strike="noStrike" kern="1200" cap="none" spc="350" normalizeH="0" baseline="0" noProof="0" dirty="0" err="1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automatethefuture</a:t>
            </a:r>
            <a:endParaRPr kumimoji="0" lang="en-US" sz="3200" b="0" i="0" u="none" strike="noStrike" kern="1200" cap="none" spc="350" normalizeH="0" baseline="0" noProof="0" dirty="0">
              <a:ln>
                <a:noFill/>
              </a:ln>
              <a:solidFill>
                <a:srgbClr val="922686"/>
              </a:solidFill>
              <a:effectLst/>
              <a:uLnTx/>
              <a:uFillTx/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marL="0" marR="0" lvl="0" indent="0" algn="ctr" defTabSz="914400" rtl="0" eaLnBrk="1" fontAlgn="auto" latinLnBrk="0" hangingPunct="1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350" normalizeH="0" baseline="0" noProof="0" dirty="0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#</a:t>
            </a:r>
            <a:r>
              <a:rPr kumimoji="0" lang="en-US" sz="3200" b="0" i="0" u="none" strike="noStrike" kern="1200" cap="none" spc="350" normalizeH="0" baseline="0" noProof="0" dirty="0" err="1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achievemore</a:t>
            </a:r>
            <a:endParaRPr kumimoji="0" lang="en-US" sz="3200" b="0" i="0" u="none" strike="noStrike" kern="1200" cap="none" spc="350" normalizeH="0" baseline="0" noProof="0" dirty="0">
              <a:ln>
                <a:noFill/>
              </a:ln>
              <a:solidFill>
                <a:srgbClr val="922686"/>
              </a:solidFill>
              <a:effectLst/>
              <a:uLnTx/>
              <a:uFillTx/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B36D09-F54D-BD1B-54FC-6E1397108A27}"/>
              </a:ext>
            </a:extLst>
          </p:cNvPr>
          <p:cNvSpPr txBox="1"/>
          <p:nvPr userDrawn="1"/>
        </p:nvSpPr>
        <p:spPr>
          <a:xfrm>
            <a:off x="12884727" y="6437979"/>
            <a:ext cx="41978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2400" spc="345" baseline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</a:defRPr>
            </a:lvl1pPr>
          </a:lstStyle>
          <a:p>
            <a:pPr lvl="0" algn="r"/>
            <a:r>
              <a:rPr lang="en-US" dirty="0">
                <a:sym typeface="Inter"/>
              </a:rPr>
              <a:t>Or follow us on </a:t>
            </a:r>
            <a:r>
              <a:rPr lang="en-US" dirty="0" err="1">
                <a:sym typeface="Inter"/>
              </a:rPr>
              <a:t>Linkedin</a:t>
            </a:r>
            <a:r>
              <a:rPr lang="en-US" dirty="0">
                <a:sym typeface="Inter"/>
              </a:rPr>
              <a:t> for IT news and trends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92595A9-84E3-698B-F5D6-C5796EAC3EAC}"/>
              </a:ext>
            </a:extLst>
          </p:cNvPr>
          <p:cNvCxnSpPr>
            <a:cxnSpLocks/>
          </p:cNvCxnSpPr>
          <p:nvPr userDrawn="1"/>
        </p:nvCxnSpPr>
        <p:spPr>
          <a:xfrm>
            <a:off x="12088800" y="582471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3EAF417-7895-6442-D52A-DBF9C850D4E1}"/>
              </a:ext>
            </a:extLst>
          </p:cNvPr>
          <p:cNvCxnSpPr>
            <a:cxnSpLocks/>
          </p:cNvCxnSpPr>
          <p:nvPr userDrawn="1"/>
        </p:nvCxnSpPr>
        <p:spPr>
          <a:xfrm>
            <a:off x="12088800" y="832322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8943A06-69FB-FCDA-7406-960204C46D31}"/>
              </a:ext>
            </a:extLst>
          </p:cNvPr>
          <p:cNvSpPr txBox="1"/>
          <p:nvPr userDrawn="1"/>
        </p:nvSpPr>
        <p:spPr>
          <a:xfrm>
            <a:off x="9144000" y="1767413"/>
            <a:ext cx="3319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spc="345" baseline="0" dirty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Visit our website for further insights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7CD914E-9AA5-2CA8-2F0B-34B0D4C33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86626" y="3106749"/>
            <a:ext cx="6158173" cy="1184275"/>
          </a:xfrm>
        </p:spPr>
        <p:txBody>
          <a:bodyPr/>
          <a:lstStyle>
            <a:lvl1pPr marL="0" algn="l" defTabSz="457200" rtl="0" eaLnBrk="1" latinLnBrk="0" hangingPunct="1">
              <a:lnSpc>
                <a:spcPts val="2545"/>
              </a:lnSpc>
              <a:defRPr lang="en-US" sz="2100" b="1" kern="1200" spc="140" baseline="0" dirty="0">
                <a:solidFill>
                  <a:schemeClr val="tx1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defRPr>
            </a:lvl1pPr>
          </a:lstStyle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Your Name</a:t>
            </a: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  <a:hlinkClick r:id="rId5"/>
              </a:rPr>
              <a:t>your.name@shiftavenue.com</a:t>
            </a:r>
            <a:endParaRPr lang="en-US" sz="24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+4917000000000</a:t>
            </a:r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32568EBC-EE54-0E19-D61E-0CDC93B4D6BA}"/>
              </a:ext>
            </a:extLst>
          </p:cNvPr>
          <p:cNvSpPr txBox="1"/>
          <p:nvPr userDrawn="1"/>
        </p:nvSpPr>
        <p:spPr>
          <a:xfrm rot="16200000">
            <a:off x="13309200" y="4411670"/>
            <a:ext cx="9190537" cy="3857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ts val="25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© </a:t>
            </a:r>
            <a:r>
              <a:rPr lang="en-US" sz="18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shiftavenue</a:t>
            </a:r>
            <a:r>
              <a:rPr lang="en-US" sz="18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2026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A637F396-34AB-AA69-753A-A0214C0956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86626" y="4673869"/>
            <a:ext cx="6158173" cy="1135683"/>
          </a:xfrm>
        </p:spPr>
        <p:txBody>
          <a:bodyPr/>
          <a:lstStyle>
            <a:lvl1pPr marL="0" algn="l" defTabSz="457200" rtl="0" eaLnBrk="1" latinLnBrk="0" hangingPunct="1">
              <a:lnSpc>
                <a:spcPts val="2545"/>
              </a:lnSpc>
              <a:defRPr lang="en-US" sz="2100" b="1" kern="1200" spc="140" baseline="0" dirty="0">
                <a:solidFill>
                  <a:schemeClr val="tx1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defRPr>
            </a:lvl1pPr>
          </a:lstStyle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For Sales:</a:t>
            </a: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  <a:hlinkClick r:id="rId6"/>
              </a:rPr>
              <a:t>sales@shiftavenue.com</a:t>
            </a:r>
            <a:endParaRPr lang="en-US" sz="24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848740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OutroSection_QandA_OneConatact_en">
    <p:bg>
      <p:bgPr>
        <a:solidFill>
          <a:srgbClr val="040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E3261390-DA6A-EDF5-3A29-7B2670249A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7273" y="0"/>
            <a:ext cx="11658439" cy="9209088"/>
          </a:xfrm>
          <a:prstGeom prst="rect">
            <a:avLst/>
          </a:prstGeom>
          <a:gradFill flip="none" rotWithShape="1">
            <a:gsLst>
              <a:gs pos="61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D9CAF6C-4A57-38E9-F8AE-F236555E6E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7444800" cy="9209088"/>
          </a:xfrm>
          <a:prstGeom prst="rect">
            <a:avLst/>
          </a:prstGeom>
          <a:gradFill flip="none" rotWithShape="1">
            <a:gsLst>
              <a:gs pos="81000">
                <a:srgbClr val="1B1E21"/>
              </a:gs>
              <a:gs pos="38000">
                <a:srgbClr val="101018"/>
              </a:gs>
              <a:gs pos="100000">
                <a:srgbClr val="272A2E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1" y="1076400"/>
            <a:ext cx="4911264" cy="1163395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Thank You! Q&amp;A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CCC984-802B-4307-A083-9CBA76199BA1}"/>
              </a:ext>
            </a:extLst>
          </p:cNvPr>
          <p:cNvCxnSpPr>
            <a:cxnSpLocks/>
          </p:cNvCxnSpPr>
          <p:nvPr userDrawn="1"/>
        </p:nvCxnSpPr>
        <p:spPr>
          <a:xfrm>
            <a:off x="1286627" y="2723902"/>
            <a:ext cx="1296000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102F9F3A-06A3-75CE-C3DC-EEF803A90C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86627" y="5233552"/>
            <a:ext cx="2957007" cy="576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E294F24-E951-6653-9130-A7405BD6CD96}"/>
              </a:ext>
            </a:extLst>
          </p:cNvPr>
          <p:cNvSpPr txBox="1"/>
          <p:nvPr userDrawn="1"/>
        </p:nvSpPr>
        <p:spPr>
          <a:xfrm>
            <a:off x="1292400" y="6387218"/>
            <a:ext cx="6876008" cy="22442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ts val="2545"/>
              </a:lnSpc>
            </a:pP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shiftavenue</a:t>
            </a: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GmbH</a:t>
            </a:r>
          </a:p>
          <a:p>
            <a:pPr algn="l">
              <a:lnSpc>
                <a:spcPts val="2545"/>
              </a:lnSpc>
            </a:pP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Nördliche</a:t>
            </a: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</a:t>
            </a: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Münchner</a:t>
            </a: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Str. 27a</a:t>
            </a:r>
          </a:p>
          <a:p>
            <a:pPr algn="l">
              <a:lnSpc>
                <a:spcPts val="2545"/>
              </a:lnSpc>
            </a:pP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82031 </a:t>
            </a: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Grünwald</a:t>
            </a: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www.shiftavenue.com</a:t>
            </a: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  <a:hlinkClick r:id="rId3"/>
              </a:rPr>
              <a:t>contact@shiftavenue.com</a:t>
            </a: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pic>
        <p:nvPicPr>
          <p:cNvPr id="3" name="Picture 2" descr="A qr code with black squares&#10;&#10;Description automatically generated">
            <a:extLst>
              <a:ext uri="{FF2B5EF4-FFF2-40B4-BE49-F238E27FC236}">
                <a16:creationId xmlns:a16="http://schemas.microsoft.com/office/drawing/2014/main" id="{E3B33ABD-B6EC-34E2-7543-4953BD01AE0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44000" y="5840874"/>
            <a:ext cx="2494800" cy="2494800"/>
          </a:xfrm>
          <a:prstGeom prst="rect">
            <a:avLst/>
          </a:prstGeom>
        </p:spPr>
      </p:pic>
      <p:pic>
        <p:nvPicPr>
          <p:cNvPr id="9" name="Picture 8" descr="A qr code with black squares&#10;&#10;Description automatically generated">
            <a:extLst>
              <a:ext uri="{FF2B5EF4-FFF2-40B4-BE49-F238E27FC236}">
                <a16:creationId xmlns:a16="http://schemas.microsoft.com/office/drawing/2014/main" id="{2D012891-BB6A-6114-FE4B-2023FC5427A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4587024" y="1076400"/>
            <a:ext cx="2495565" cy="2495565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5B4120A-065D-B115-EECC-72D47C197789}"/>
              </a:ext>
            </a:extLst>
          </p:cNvPr>
          <p:cNvCxnSpPr>
            <a:cxnSpLocks/>
          </p:cNvCxnSpPr>
          <p:nvPr userDrawn="1"/>
        </p:nvCxnSpPr>
        <p:spPr>
          <a:xfrm>
            <a:off x="8922326" y="107640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90107F6-2FB4-B7B5-1314-9B040A07354F}"/>
              </a:ext>
            </a:extLst>
          </p:cNvPr>
          <p:cNvCxnSpPr>
            <a:cxnSpLocks/>
          </p:cNvCxnSpPr>
          <p:nvPr userDrawn="1"/>
        </p:nvCxnSpPr>
        <p:spPr>
          <a:xfrm>
            <a:off x="8986549" y="357491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C4A231B-6547-B414-D423-1565742CF31B}"/>
              </a:ext>
            </a:extLst>
          </p:cNvPr>
          <p:cNvSpPr txBox="1"/>
          <p:nvPr userDrawn="1"/>
        </p:nvSpPr>
        <p:spPr>
          <a:xfrm>
            <a:off x="8986549" y="4227848"/>
            <a:ext cx="8372475" cy="990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350" normalizeH="0" baseline="0" noProof="0" dirty="0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#</a:t>
            </a:r>
            <a:r>
              <a:rPr kumimoji="0" lang="en-US" sz="3200" b="0" i="0" u="none" strike="noStrike" kern="1200" cap="none" spc="350" normalizeH="0" baseline="0" noProof="0" dirty="0" err="1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automatethefuture</a:t>
            </a:r>
            <a:endParaRPr kumimoji="0" lang="en-US" sz="3200" b="0" i="0" u="none" strike="noStrike" kern="1200" cap="none" spc="350" normalizeH="0" baseline="0" noProof="0" dirty="0">
              <a:ln>
                <a:noFill/>
              </a:ln>
              <a:solidFill>
                <a:srgbClr val="922686"/>
              </a:solidFill>
              <a:effectLst/>
              <a:uLnTx/>
              <a:uFillTx/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marL="0" marR="0" lvl="0" indent="0" algn="ctr" defTabSz="914400" rtl="0" eaLnBrk="1" fontAlgn="auto" latinLnBrk="0" hangingPunct="1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350" normalizeH="0" baseline="0" noProof="0" dirty="0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#</a:t>
            </a:r>
            <a:r>
              <a:rPr kumimoji="0" lang="en-US" sz="3200" b="0" i="0" u="none" strike="noStrike" kern="1200" cap="none" spc="350" normalizeH="0" baseline="0" noProof="0" dirty="0" err="1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achievemore</a:t>
            </a:r>
            <a:endParaRPr kumimoji="0" lang="en-US" sz="3200" b="0" i="0" u="none" strike="noStrike" kern="1200" cap="none" spc="350" normalizeH="0" baseline="0" noProof="0" dirty="0">
              <a:ln>
                <a:noFill/>
              </a:ln>
              <a:solidFill>
                <a:srgbClr val="922686"/>
              </a:solidFill>
              <a:effectLst/>
              <a:uLnTx/>
              <a:uFillTx/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B36D09-F54D-BD1B-54FC-6E1397108A27}"/>
              </a:ext>
            </a:extLst>
          </p:cNvPr>
          <p:cNvSpPr txBox="1"/>
          <p:nvPr userDrawn="1"/>
        </p:nvSpPr>
        <p:spPr>
          <a:xfrm>
            <a:off x="12884727" y="6437979"/>
            <a:ext cx="41978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2400" spc="345" baseline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</a:defRPr>
            </a:lvl1pPr>
          </a:lstStyle>
          <a:p>
            <a:pPr lvl="0" algn="r"/>
            <a:r>
              <a:rPr lang="en-US" dirty="0">
                <a:sym typeface="Inter"/>
              </a:rPr>
              <a:t>Or follow us on </a:t>
            </a:r>
            <a:r>
              <a:rPr lang="en-US" dirty="0" err="1">
                <a:sym typeface="Inter"/>
              </a:rPr>
              <a:t>Linkedin</a:t>
            </a:r>
            <a:r>
              <a:rPr lang="en-US" dirty="0">
                <a:sym typeface="Inter"/>
              </a:rPr>
              <a:t> for IT news and trends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92595A9-84E3-698B-F5D6-C5796EAC3EAC}"/>
              </a:ext>
            </a:extLst>
          </p:cNvPr>
          <p:cNvCxnSpPr>
            <a:cxnSpLocks/>
          </p:cNvCxnSpPr>
          <p:nvPr userDrawn="1"/>
        </p:nvCxnSpPr>
        <p:spPr>
          <a:xfrm>
            <a:off x="12088800" y="582471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3EAF417-7895-6442-D52A-DBF9C850D4E1}"/>
              </a:ext>
            </a:extLst>
          </p:cNvPr>
          <p:cNvCxnSpPr>
            <a:cxnSpLocks/>
          </p:cNvCxnSpPr>
          <p:nvPr userDrawn="1"/>
        </p:nvCxnSpPr>
        <p:spPr>
          <a:xfrm>
            <a:off x="12088800" y="832322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8943A06-69FB-FCDA-7406-960204C46D31}"/>
              </a:ext>
            </a:extLst>
          </p:cNvPr>
          <p:cNvSpPr txBox="1"/>
          <p:nvPr userDrawn="1"/>
        </p:nvSpPr>
        <p:spPr>
          <a:xfrm>
            <a:off x="9144000" y="1767413"/>
            <a:ext cx="3319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spc="345" baseline="0" dirty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Visit our website for further insights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7CD914E-9AA5-2CA8-2F0B-34B0D4C33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86627" y="3419475"/>
            <a:ext cx="6158748" cy="1184275"/>
          </a:xfrm>
        </p:spPr>
        <p:txBody>
          <a:bodyPr/>
          <a:lstStyle>
            <a:lvl1pPr marL="0" algn="l" defTabSz="457200" rtl="0" eaLnBrk="1" latinLnBrk="0" hangingPunct="1">
              <a:lnSpc>
                <a:spcPts val="2545"/>
              </a:lnSpc>
              <a:defRPr lang="en-US" sz="2100" b="1" u="sng" kern="1200" spc="140" baseline="0" dirty="0">
                <a:solidFill>
                  <a:schemeClr val="tx1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defRPr>
            </a:lvl1pPr>
          </a:lstStyle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Your Name</a:t>
            </a: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  <a:hlinkClick r:id="rId6"/>
              </a:rPr>
              <a:t>your.name@shiftavenue.com</a:t>
            </a:r>
            <a:endParaRPr lang="en-US" sz="24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+4917000000000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125E63-02D0-C6D3-EFF3-0376DB4AF7AC}"/>
              </a:ext>
            </a:extLst>
          </p:cNvPr>
          <p:cNvSpPr txBox="1"/>
          <p:nvPr userDrawn="1"/>
        </p:nvSpPr>
        <p:spPr>
          <a:xfrm rot="16200000">
            <a:off x="13309200" y="4402364"/>
            <a:ext cx="9190537" cy="385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25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© </a:t>
            </a:r>
            <a:r>
              <a:rPr lang="en-US" sz="18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shiftavenue</a:t>
            </a:r>
            <a:r>
              <a:rPr lang="en-US" sz="18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32958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OutroSection_QandA_OneContact_de">
    <p:bg>
      <p:bgPr>
        <a:solidFill>
          <a:srgbClr val="040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E3261390-DA6A-EDF5-3A29-7B2670249A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7273" y="0"/>
            <a:ext cx="11658439" cy="9209088"/>
          </a:xfrm>
          <a:prstGeom prst="rect">
            <a:avLst/>
          </a:prstGeom>
          <a:gradFill flip="none" rotWithShape="1">
            <a:gsLst>
              <a:gs pos="61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D9CAF6C-4A57-38E9-F8AE-F236555E6E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7444800" cy="9209088"/>
          </a:xfrm>
          <a:prstGeom prst="rect">
            <a:avLst/>
          </a:prstGeom>
          <a:gradFill flip="none" rotWithShape="1">
            <a:gsLst>
              <a:gs pos="81000">
                <a:srgbClr val="1B1E21"/>
              </a:gs>
              <a:gs pos="38000">
                <a:srgbClr val="101018"/>
              </a:gs>
              <a:gs pos="100000">
                <a:srgbClr val="272A2E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1" y="1076400"/>
            <a:ext cx="4911264" cy="1163395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 err="1"/>
              <a:t>Vielen</a:t>
            </a:r>
            <a:r>
              <a:rPr lang="en-GB" dirty="0"/>
              <a:t> Dank!</a:t>
            </a:r>
            <a:br>
              <a:rPr lang="en-GB" dirty="0"/>
            </a:br>
            <a:r>
              <a:rPr lang="en-GB" dirty="0"/>
              <a:t>Q&amp;A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CCC984-802B-4307-A083-9CBA76199BA1}"/>
              </a:ext>
            </a:extLst>
          </p:cNvPr>
          <p:cNvCxnSpPr>
            <a:cxnSpLocks/>
          </p:cNvCxnSpPr>
          <p:nvPr userDrawn="1"/>
        </p:nvCxnSpPr>
        <p:spPr>
          <a:xfrm>
            <a:off x="1286627" y="2723902"/>
            <a:ext cx="1296000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102F9F3A-06A3-75CE-C3DC-EEF803A90C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86627" y="5233552"/>
            <a:ext cx="2957007" cy="576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E294F24-E951-6653-9130-A7405BD6CD96}"/>
              </a:ext>
            </a:extLst>
          </p:cNvPr>
          <p:cNvSpPr txBox="1"/>
          <p:nvPr userDrawn="1"/>
        </p:nvSpPr>
        <p:spPr>
          <a:xfrm>
            <a:off x="1292400" y="6387218"/>
            <a:ext cx="6876008" cy="22442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ts val="2545"/>
              </a:lnSpc>
            </a:pP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shiftavenue</a:t>
            </a: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GmbH</a:t>
            </a:r>
          </a:p>
          <a:p>
            <a:pPr algn="l">
              <a:lnSpc>
                <a:spcPts val="2545"/>
              </a:lnSpc>
            </a:pP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Nördliche</a:t>
            </a: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</a:t>
            </a: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Münchner</a:t>
            </a: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Str. 27a</a:t>
            </a:r>
          </a:p>
          <a:p>
            <a:pPr algn="l">
              <a:lnSpc>
                <a:spcPts val="2545"/>
              </a:lnSpc>
            </a:pP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82031 </a:t>
            </a: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Grünwald</a:t>
            </a: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www.shiftavenue.com</a:t>
            </a: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  <a:hlinkClick r:id="rId3"/>
              </a:rPr>
              <a:t>contact@shiftavenue.com</a:t>
            </a: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pic>
        <p:nvPicPr>
          <p:cNvPr id="3" name="Picture 2" descr="A qr code with black squares&#10;&#10;Description automatically generated">
            <a:extLst>
              <a:ext uri="{FF2B5EF4-FFF2-40B4-BE49-F238E27FC236}">
                <a16:creationId xmlns:a16="http://schemas.microsoft.com/office/drawing/2014/main" id="{E3B33ABD-B6EC-34E2-7543-4953BD01AE0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44000" y="5840874"/>
            <a:ext cx="2494800" cy="2494800"/>
          </a:xfrm>
          <a:prstGeom prst="rect">
            <a:avLst/>
          </a:prstGeom>
        </p:spPr>
      </p:pic>
      <p:pic>
        <p:nvPicPr>
          <p:cNvPr id="9" name="Picture 8" descr="A qr code with black squares&#10;&#10;Description automatically generated">
            <a:extLst>
              <a:ext uri="{FF2B5EF4-FFF2-40B4-BE49-F238E27FC236}">
                <a16:creationId xmlns:a16="http://schemas.microsoft.com/office/drawing/2014/main" id="{2D012891-BB6A-6114-FE4B-2023FC5427A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4587024" y="1076400"/>
            <a:ext cx="2495565" cy="2495565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5B4120A-065D-B115-EECC-72D47C197789}"/>
              </a:ext>
            </a:extLst>
          </p:cNvPr>
          <p:cNvCxnSpPr>
            <a:cxnSpLocks/>
          </p:cNvCxnSpPr>
          <p:nvPr userDrawn="1"/>
        </p:nvCxnSpPr>
        <p:spPr>
          <a:xfrm>
            <a:off x="8922326" y="107640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90107F6-2FB4-B7B5-1314-9B040A07354F}"/>
              </a:ext>
            </a:extLst>
          </p:cNvPr>
          <p:cNvCxnSpPr>
            <a:cxnSpLocks/>
          </p:cNvCxnSpPr>
          <p:nvPr userDrawn="1"/>
        </p:nvCxnSpPr>
        <p:spPr>
          <a:xfrm>
            <a:off x="8986549" y="357491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C4A231B-6547-B414-D423-1565742CF31B}"/>
              </a:ext>
            </a:extLst>
          </p:cNvPr>
          <p:cNvSpPr txBox="1"/>
          <p:nvPr userDrawn="1"/>
        </p:nvSpPr>
        <p:spPr>
          <a:xfrm>
            <a:off x="8986549" y="4227848"/>
            <a:ext cx="8372475" cy="990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350" normalizeH="0" baseline="0" noProof="0" dirty="0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#</a:t>
            </a:r>
            <a:r>
              <a:rPr kumimoji="0" lang="en-US" sz="3200" b="0" i="0" u="none" strike="noStrike" kern="1200" cap="none" spc="350" normalizeH="0" baseline="0" noProof="0" dirty="0" err="1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automatethefuture</a:t>
            </a:r>
            <a:endParaRPr kumimoji="0" lang="en-US" sz="3200" b="0" i="0" u="none" strike="noStrike" kern="1200" cap="none" spc="350" normalizeH="0" baseline="0" noProof="0" dirty="0">
              <a:ln>
                <a:noFill/>
              </a:ln>
              <a:solidFill>
                <a:srgbClr val="922686"/>
              </a:solidFill>
              <a:effectLst/>
              <a:uLnTx/>
              <a:uFillTx/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marL="0" marR="0" lvl="0" indent="0" algn="ctr" defTabSz="914400" rtl="0" eaLnBrk="1" fontAlgn="auto" latinLnBrk="0" hangingPunct="1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350" normalizeH="0" baseline="0" noProof="0" dirty="0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#</a:t>
            </a:r>
            <a:r>
              <a:rPr kumimoji="0" lang="en-US" sz="3200" b="0" i="0" u="none" strike="noStrike" kern="1200" cap="none" spc="350" normalizeH="0" baseline="0" noProof="0" dirty="0" err="1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achievemore</a:t>
            </a:r>
            <a:endParaRPr kumimoji="0" lang="en-US" sz="3200" b="0" i="0" u="none" strike="noStrike" kern="1200" cap="none" spc="350" normalizeH="0" baseline="0" noProof="0" dirty="0">
              <a:ln>
                <a:noFill/>
              </a:ln>
              <a:solidFill>
                <a:srgbClr val="922686"/>
              </a:solidFill>
              <a:effectLst/>
              <a:uLnTx/>
              <a:uFillTx/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B36D09-F54D-BD1B-54FC-6E1397108A27}"/>
              </a:ext>
            </a:extLst>
          </p:cNvPr>
          <p:cNvSpPr txBox="1"/>
          <p:nvPr userDrawn="1"/>
        </p:nvSpPr>
        <p:spPr>
          <a:xfrm>
            <a:off x="12884727" y="6437979"/>
            <a:ext cx="41978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2400" spc="345" baseline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</a:defRPr>
            </a:lvl1pPr>
          </a:lstStyle>
          <a:p>
            <a:pPr lvl="0" algn="r"/>
            <a:r>
              <a:rPr lang="en-US" dirty="0">
                <a:sym typeface="Inter"/>
              </a:rPr>
              <a:t>Oder </a:t>
            </a:r>
            <a:r>
              <a:rPr lang="en-US" dirty="0" err="1">
                <a:sym typeface="Inter"/>
              </a:rPr>
              <a:t>folgt</a:t>
            </a:r>
            <a:r>
              <a:rPr lang="en-US" dirty="0">
                <a:sym typeface="Inter"/>
              </a:rPr>
              <a:t> </a:t>
            </a:r>
            <a:r>
              <a:rPr lang="en-US" dirty="0" err="1">
                <a:sym typeface="Inter"/>
              </a:rPr>
              <a:t>uns</a:t>
            </a:r>
            <a:r>
              <a:rPr lang="en-US" dirty="0">
                <a:sym typeface="Inter"/>
              </a:rPr>
              <a:t> auf LinkedIn für News und Trends </a:t>
            </a:r>
            <a:r>
              <a:rPr lang="en-US" dirty="0" err="1">
                <a:sym typeface="Inter"/>
              </a:rPr>
              <a:t>aus</a:t>
            </a:r>
            <a:r>
              <a:rPr lang="en-US" dirty="0">
                <a:sym typeface="Inter"/>
              </a:rPr>
              <a:t> der IT-Welt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92595A9-84E3-698B-F5D6-C5796EAC3EAC}"/>
              </a:ext>
            </a:extLst>
          </p:cNvPr>
          <p:cNvCxnSpPr>
            <a:cxnSpLocks/>
          </p:cNvCxnSpPr>
          <p:nvPr userDrawn="1"/>
        </p:nvCxnSpPr>
        <p:spPr>
          <a:xfrm>
            <a:off x="12088800" y="582471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3EAF417-7895-6442-D52A-DBF9C850D4E1}"/>
              </a:ext>
            </a:extLst>
          </p:cNvPr>
          <p:cNvCxnSpPr>
            <a:cxnSpLocks/>
          </p:cNvCxnSpPr>
          <p:nvPr userDrawn="1"/>
        </p:nvCxnSpPr>
        <p:spPr>
          <a:xfrm>
            <a:off x="12088800" y="832322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8943A06-69FB-FCDA-7406-960204C46D31}"/>
              </a:ext>
            </a:extLst>
          </p:cNvPr>
          <p:cNvSpPr txBox="1"/>
          <p:nvPr userDrawn="1"/>
        </p:nvSpPr>
        <p:spPr>
          <a:xfrm>
            <a:off x="9144000" y="1767413"/>
            <a:ext cx="3319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</a:pPr>
            <a:r>
              <a:rPr lang="en-US" sz="2400" kern="1200" spc="345" baseline="0" dirty="0" err="1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Besucht</a:t>
            </a:r>
            <a:r>
              <a:rPr lang="en-US" sz="2400" kern="1200" spc="345" baseline="0" dirty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</a:t>
            </a:r>
            <a:r>
              <a:rPr lang="en-US" sz="2400" kern="1200" spc="345" baseline="0" dirty="0" err="1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unsere</a:t>
            </a:r>
            <a:r>
              <a:rPr lang="en-US" sz="2400" kern="1200" spc="345" baseline="0" dirty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Website für </a:t>
            </a:r>
            <a:r>
              <a:rPr lang="en-US" sz="2400" kern="1200" spc="345" baseline="0" dirty="0" err="1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mehr</a:t>
            </a:r>
            <a:r>
              <a:rPr lang="en-US" sz="2400" kern="1200" spc="345" baseline="0" dirty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</a:t>
            </a:r>
            <a:r>
              <a:rPr lang="en-US" sz="2400" kern="1200" spc="345" baseline="0" dirty="0" err="1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Infos</a:t>
            </a:r>
            <a:endParaRPr lang="en-US" sz="2400" kern="1200" spc="345" baseline="0" dirty="0">
              <a:solidFill>
                <a:srgbClr val="F3F7FA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7CD914E-9AA5-2CA8-2F0B-34B0D4C33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86627" y="3419475"/>
            <a:ext cx="6158748" cy="1184275"/>
          </a:xfrm>
        </p:spPr>
        <p:txBody>
          <a:bodyPr/>
          <a:lstStyle>
            <a:lvl1pPr marL="0" algn="l" defTabSz="457200" rtl="0" eaLnBrk="1" latinLnBrk="0" hangingPunct="1">
              <a:lnSpc>
                <a:spcPts val="2545"/>
              </a:lnSpc>
              <a:defRPr lang="en-US" sz="2100" b="1" kern="1200" spc="140" baseline="0" dirty="0">
                <a:solidFill>
                  <a:schemeClr val="tx1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defRPr>
            </a:lvl1pPr>
          </a:lstStyle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Your Name</a:t>
            </a: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  <a:hlinkClick r:id="rId6"/>
              </a:rPr>
              <a:t>your.name@shiftavenue.com</a:t>
            </a:r>
            <a:endParaRPr lang="en-US" sz="24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+4917000000000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09ECE-82A6-77FC-8F35-7BD8156A8655}"/>
              </a:ext>
            </a:extLst>
          </p:cNvPr>
          <p:cNvSpPr txBox="1"/>
          <p:nvPr userDrawn="1"/>
        </p:nvSpPr>
        <p:spPr>
          <a:xfrm rot="16200000">
            <a:off x="13309445" y="4402364"/>
            <a:ext cx="9190537" cy="385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25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© </a:t>
            </a:r>
            <a:r>
              <a:rPr lang="en-US" sz="18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shiftavenue</a:t>
            </a:r>
            <a:r>
              <a:rPr lang="en-US" sz="18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571389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theme" Target="../theme/theme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880000"/>
            <a:ext cx="15773400" cy="51482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8535461"/>
            <a:ext cx="4114800" cy="490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1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8535461"/>
            <a:ext cx="6172200" cy="490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1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054297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4002" r:id="rId9"/>
    <p:sldLayoutId id="2147483944" r:id="rId10"/>
    <p:sldLayoutId id="2147483945" r:id="rId11"/>
    <p:sldLayoutId id="2147483946" r:id="rId12"/>
    <p:sldLayoutId id="2147483947" r:id="rId13"/>
    <p:sldLayoutId id="2147483948" r:id="rId14"/>
    <p:sldLayoutId id="2147484003" r:id="rId15"/>
    <p:sldLayoutId id="2147484004" r:id="rId16"/>
    <p:sldLayoutId id="2147483949" r:id="rId17"/>
    <p:sldLayoutId id="2147483950" r:id="rId18"/>
    <p:sldLayoutId id="2147483952" r:id="rId19"/>
    <p:sldLayoutId id="2147483953" r:id="rId20"/>
    <p:sldLayoutId id="2147483955" r:id="rId21"/>
    <p:sldLayoutId id="2147483956" r:id="rId22"/>
    <p:sldLayoutId id="2147483957" r:id="rId23"/>
    <p:sldLayoutId id="2147483958" r:id="rId24"/>
    <p:sldLayoutId id="2147483959" r:id="rId25"/>
    <p:sldLayoutId id="2147483960" r:id="rId26"/>
    <p:sldLayoutId id="2147483961" r:id="rId27"/>
    <p:sldLayoutId id="2147483962" r:id="rId28"/>
    <p:sldLayoutId id="2147483963" r:id="rId29"/>
    <p:sldLayoutId id="2147483964" r:id="rId30"/>
    <p:sldLayoutId id="2147483965" r:id="rId31"/>
    <p:sldLayoutId id="2147483966" r:id="rId32"/>
    <p:sldLayoutId id="2147483967" r:id="rId33"/>
    <p:sldLayoutId id="2147483968" r:id="rId34"/>
    <p:sldLayoutId id="2147483969" r:id="rId35"/>
    <p:sldLayoutId id="2147483970" r:id="rId36"/>
    <p:sldLayoutId id="2147483971" r:id="rId37"/>
    <p:sldLayoutId id="2147483972" r:id="rId38"/>
    <p:sldLayoutId id="2147483973" r:id="rId39"/>
    <p:sldLayoutId id="2147483974" r:id="rId40"/>
    <p:sldLayoutId id="2147483975" r:id="rId41"/>
    <p:sldLayoutId id="2147483976" r:id="rId42"/>
    <p:sldLayoutId id="2147483977" r:id="rId43"/>
    <p:sldLayoutId id="2147483978" r:id="rId44"/>
    <p:sldLayoutId id="2147483979" r:id="rId45"/>
    <p:sldLayoutId id="2147483980" r:id="rId46"/>
    <p:sldLayoutId id="2147483981" r:id="rId47"/>
    <p:sldLayoutId id="2147483982" r:id="rId48"/>
    <p:sldLayoutId id="2147483983" r:id="rId49"/>
    <p:sldLayoutId id="2147483984" r:id="rId50"/>
    <p:sldLayoutId id="2147484005" r:id="rId51"/>
    <p:sldLayoutId id="2147483995" r:id="rId52"/>
    <p:sldLayoutId id="2147483989" r:id="rId53"/>
    <p:sldLayoutId id="2147483990" r:id="rId54"/>
    <p:sldLayoutId id="2147483991" r:id="rId55"/>
    <p:sldLayoutId id="2147483996" r:id="rId56"/>
    <p:sldLayoutId id="2147483998" r:id="rId57"/>
    <p:sldLayoutId id="2147483997" r:id="rId58"/>
    <p:sldLayoutId id="2147484000" r:id="rId59"/>
    <p:sldLayoutId id="2147484001" r:id="rId60"/>
  </p:sldLayoutIdLst>
  <p:txStyles>
    <p:titleStyle>
      <a:lvl1pPr algn="l" defTabSz="1227856" rtl="0" eaLnBrk="1" latinLnBrk="0" hangingPunct="1">
        <a:lnSpc>
          <a:spcPct val="90000"/>
        </a:lnSpc>
        <a:spcBef>
          <a:spcPct val="0"/>
        </a:spcBef>
        <a:buNone/>
        <a:defRPr sz="4200" b="1" i="0" kern="1200" cap="all" spc="4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27856" rtl="0" eaLnBrk="1" latinLnBrk="0" hangingPunct="1">
        <a:lnSpc>
          <a:spcPct val="90000"/>
        </a:lnSpc>
        <a:spcBef>
          <a:spcPts val="1343"/>
        </a:spcBef>
        <a:buFont typeface="Arial" panose="020B0604020202020204" pitchFamily="34" charset="0"/>
        <a:buNone/>
        <a:defRPr sz="2400" b="0" i="0" kern="1200" spc="140" baseline="0">
          <a:solidFill>
            <a:schemeClr val="tx1"/>
          </a:solidFill>
          <a:latin typeface="+mn-lt"/>
          <a:ea typeface="+mn-ea"/>
          <a:cs typeface="+mn-cs"/>
        </a:defRPr>
      </a:lvl1pPr>
      <a:lvl2pPr marL="920892" indent="-306964" algn="l" defTabSz="1227856" rtl="0" eaLnBrk="1" latinLnBrk="0" hangingPunct="1">
        <a:lnSpc>
          <a:spcPct val="90000"/>
        </a:lnSpc>
        <a:spcBef>
          <a:spcPts val="671"/>
        </a:spcBef>
        <a:buClr>
          <a:schemeClr val="accent4"/>
        </a:buClr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534820" indent="-306964" algn="l" defTabSz="1227856" rtl="0" eaLnBrk="1" latinLnBrk="0" hangingPunct="1">
        <a:lnSpc>
          <a:spcPct val="90000"/>
        </a:lnSpc>
        <a:spcBef>
          <a:spcPts val="671"/>
        </a:spcBef>
        <a:buClr>
          <a:schemeClr val="accent4"/>
        </a:buClr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2148749" indent="-306964" algn="l" defTabSz="1227856" rtl="0" eaLnBrk="1" latinLnBrk="0" hangingPunct="1">
        <a:lnSpc>
          <a:spcPct val="90000"/>
        </a:lnSpc>
        <a:spcBef>
          <a:spcPts val="671"/>
        </a:spcBef>
        <a:buClr>
          <a:schemeClr val="accent4"/>
        </a:buClr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762677" indent="-306964" algn="l" defTabSz="1227856" rtl="0" eaLnBrk="1" latinLnBrk="0" hangingPunct="1">
        <a:lnSpc>
          <a:spcPct val="90000"/>
        </a:lnSpc>
        <a:spcBef>
          <a:spcPts val="671"/>
        </a:spcBef>
        <a:buFont typeface="Arial" panose="020B0604020202020204" pitchFamily="34" charset="0"/>
        <a:buChar char="•"/>
        <a:defRPr sz="2417" kern="1200">
          <a:solidFill>
            <a:schemeClr val="tx1"/>
          </a:solidFill>
          <a:latin typeface="+mn-lt"/>
          <a:ea typeface="+mn-ea"/>
          <a:cs typeface="+mn-cs"/>
        </a:defRPr>
      </a:lvl5pPr>
      <a:lvl6pPr marL="3376605" indent="-306964" algn="l" defTabSz="1227856" rtl="0" eaLnBrk="1" latinLnBrk="0" hangingPunct="1">
        <a:lnSpc>
          <a:spcPct val="90000"/>
        </a:lnSpc>
        <a:spcBef>
          <a:spcPts val="671"/>
        </a:spcBef>
        <a:buFont typeface="Arial" panose="020B0604020202020204" pitchFamily="34" charset="0"/>
        <a:buChar char="•"/>
        <a:defRPr sz="2417" kern="1200">
          <a:solidFill>
            <a:schemeClr val="tx1"/>
          </a:solidFill>
          <a:latin typeface="+mn-lt"/>
          <a:ea typeface="+mn-ea"/>
          <a:cs typeface="+mn-cs"/>
        </a:defRPr>
      </a:lvl6pPr>
      <a:lvl7pPr marL="3990533" indent="-306964" algn="l" defTabSz="1227856" rtl="0" eaLnBrk="1" latinLnBrk="0" hangingPunct="1">
        <a:lnSpc>
          <a:spcPct val="90000"/>
        </a:lnSpc>
        <a:spcBef>
          <a:spcPts val="671"/>
        </a:spcBef>
        <a:buFont typeface="Arial" panose="020B0604020202020204" pitchFamily="34" charset="0"/>
        <a:buChar char="•"/>
        <a:defRPr sz="2417" kern="1200">
          <a:solidFill>
            <a:schemeClr val="tx1"/>
          </a:solidFill>
          <a:latin typeface="+mn-lt"/>
          <a:ea typeface="+mn-ea"/>
          <a:cs typeface="+mn-cs"/>
        </a:defRPr>
      </a:lvl7pPr>
      <a:lvl8pPr marL="4604461" indent="-306964" algn="l" defTabSz="1227856" rtl="0" eaLnBrk="1" latinLnBrk="0" hangingPunct="1">
        <a:lnSpc>
          <a:spcPct val="90000"/>
        </a:lnSpc>
        <a:spcBef>
          <a:spcPts val="671"/>
        </a:spcBef>
        <a:buFont typeface="Arial" panose="020B0604020202020204" pitchFamily="34" charset="0"/>
        <a:buChar char="•"/>
        <a:defRPr sz="2417" kern="1200">
          <a:solidFill>
            <a:schemeClr val="tx1"/>
          </a:solidFill>
          <a:latin typeface="+mn-lt"/>
          <a:ea typeface="+mn-ea"/>
          <a:cs typeface="+mn-cs"/>
        </a:defRPr>
      </a:lvl8pPr>
      <a:lvl9pPr marL="5218389" indent="-306964" algn="l" defTabSz="1227856" rtl="0" eaLnBrk="1" latinLnBrk="0" hangingPunct="1">
        <a:lnSpc>
          <a:spcPct val="90000"/>
        </a:lnSpc>
        <a:spcBef>
          <a:spcPts val="671"/>
        </a:spcBef>
        <a:buFont typeface="Arial" panose="020B0604020202020204" pitchFamily="34" charset="0"/>
        <a:buChar char="•"/>
        <a:defRPr sz="2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27856" rtl="0" eaLnBrk="1" latinLnBrk="0" hangingPunct="1">
        <a:defRPr sz="2417" kern="1200">
          <a:solidFill>
            <a:schemeClr val="tx1"/>
          </a:solidFill>
          <a:latin typeface="+mn-lt"/>
          <a:ea typeface="+mn-ea"/>
          <a:cs typeface="+mn-cs"/>
        </a:defRPr>
      </a:lvl1pPr>
      <a:lvl2pPr marL="613928" algn="l" defTabSz="1227856" rtl="0" eaLnBrk="1" latinLnBrk="0" hangingPunct="1">
        <a:defRPr sz="2417" kern="1200">
          <a:solidFill>
            <a:schemeClr val="tx1"/>
          </a:solidFill>
          <a:latin typeface="+mn-lt"/>
          <a:ea typeface="+mn-ea"/>
          <a:cs typeface="+mn-cs"/>
        </a:defRPr>
      </a:lvl2pPr>
      <a:lvl3pPr marL="1227856" algn="l" defTabSz="1227856" rtl="0" eaLnBrk="1" latinLnBrk="0" hangingPunct="1">
        <a:defRPr sz="2417" kern="1200">
          <a:solidFill>
            <a:schemeClr val="tx1"/>
          </a:solidFill>
          <a:latin typeface="+mn-lt"/>
          <a:ea typeface="+mn-ea"/>
          <a:cs typeface="+mn-cs"/>
        </a:defRPr>
      </a:lvl3pPr>
      <a:lvl4pPr marL="1841784" algn="l" defTabSz="1227856" rtl="0" eaLnBrk="1" latinLnBrk="0" hangingPunct="1">
        <a:defRPr sz="2417" kern="1200">
          <a:solidFill>
            <a:schemeClr val="tx1"/>
          </a:solidFill>
          <a:latin typeface="+mn-lt"/>
          <a:ea typeface="+mn-ea"/>
          <a:cs typeface="+mn-cs"/>
        </a:defRPr>
      </a:lvl4pPr>
      <a:lvl5pPr marL="2455713" algn="l" defTabSz="1227856" rtl="0" eaLnBrk="1" latinLnBrk="0" hangingPunct="1">
        <a:defRPr sz="2417" kern="1200">
          <a:solidFill>
            <a:schemeClr val="tx1"/>
          </a:solidFill>
          <a:latin typeface="+mn-lt"/>
          <a:ea typeface="+mn-ea"/>
          <a:cs typeface="+mn-cs"/>
        </a:defRPr>
      </a:lvl5pPr>
      <a:lvl6pPr marL="3069641" algn="l" defTabSz="1227856" rtl="0" eaLnBrk="1" latinLnBrk="0" hangingPunct="1">
        <a:defRPr sz="2417" kern="1200">
          <a:solidFill>
            <a:schemeClr val="tx1"/>
          </a:solidFill>
          <a:latin typeface="+mn-lt"/>
          <a:ea typeface="+mn-ea"/>
          <a:cs typeface="+mn-cs"/>
        </a:defRPr>
      </a:lvl6pPr>
      <a:lvl7pPr marL="3683569" algn="l" defTabSz="1227856" rtl="0" eaLnBrk="1" latinLnBrk="0" hangingPunct="1">
        <a:defRPr sz="2417" kern="1200">
          <a:solidFill>
            <a:schemeClr val="tx1"/>
          </a:solidFill>
          <a:latin typeface="+mn-lt"/>
          <a:ea typeface="+mn-ea"/>
          <a:cs typeface="+mn-cs"/>
        </a:defRPr>
      </a:lvl7pPr>
      <a:lvl8pPr marL="4297497" algn="l" defTabSz="1227856" rtl="0" eaLnBrk="1" latinLnBrk="0" hangingPunct="1">
        <a:defRPr sz="2417" kern="1200">
          <a:solidFill>
            <a:schemeClr val="tx1"/>
          </a:solidFill>
          <a:latin typeface="+mn-lt"/>
          <a:ea typeface="+mn-ea"/>
          <a:cs typeface="+mn-cs"/>
        </a:defRPr>
      </a:lvl8pPr>
      <a:lvl9pPr marL="4911425" algn="l" defTabSz="1227856" rtl="0" eaLnBrk="1" latinLnBrk="0" hangingPunct="1">
        <a:defRPr sz="2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00">
          <p15:clr>
            <a:srgbClr val="F26B43"/>
          </p15:clr>
        </p15:guide>
        <p15:guide id="2" pos="57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6.pn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sv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5.xml"/><Relationship Id="rId6" Type="http://schemas.openxmlformats.org/officeDocument/2006/relationships/image" Target="../media/image36.png"/><Relationship Id="rId5" Type="http://schemas.openxmlformats.org/officeDocument/2006/relationships/image" Target="../media/image35.svg"/><Relationship Id="rId10" Type="http://schemas.openxmlformats.org/officeDocument/2006/relationships/image" Target="../media/image40.sv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B031-9449-4DF9-C2FF-69DBA0EEE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B1A5A-CD80-BFEF-7A74-3DF960F4F6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7264" y="3274949"/>
            <a:ext cx="14993471" cy="1994392"/>
          </a:xfrm>
        </p:spPr>
        <p:txBody>
          <a:bodyPr/>
          <a:lstStyle/>
          <a:p>
            <a:r>
              <a:rPr lang="de-DE" sz="4800" cap="all" dirty="0" err="1"/>
              <a:t>Kubernetes</a:t>
            </a:r>
            <a:r>
              <a:rPr lang="de-DE" sz="4800" cap="all" dirty="0"/>
              <a:t> on the </a:t>
            </a:r>
            <a:r>
              <a:rPr lang="de-DE" sz="4800" cap="all" dirty="0" err="1"/>
              <a:t>edge</a:t>
            </a:r>
            <a:r>
              <a:rPr lang="de-DE" sz="4800" cap="all" dirty="0"/>
              <a:t>: </a:t>
            </a:r>
            <a:br>
              <a:rPr lang="de-DE" sz="4800" cap="all" dirty="0"/>
            </a:br>
            <a:r>
              <a:rPr lang="de-DE" sz="4800" cap="all" dirty="0" err="1"/>
              <a:t>running</a:t>
            </a:r>
            <a:r>
              <a:rPr lang="de-DE" sz="4800" cap="all" dirty="0"/>
              <a:t> low-</a:t>
            </a:r>
            <a:r>
              <a:rPr lang="de-DE" sz="4800" cap="all" dirty="0" err="1"/>
              <a:t>latency</a:t>
            </a:r>
            <a:r>
              <a:rPr lang="de-DE" sz="4800" cap="all" dirty="0"/>
              <a:t> </a:t>
            </a:r>
            <a:r>
              <a:rPr lang="de-DE" sz="4800" cap="all" dirty="0" err="1"/>
              <a:t>workloads</a:t>
            </a:r>
            <a:r>
              <a:rPr lang="de-DE" sz="4800" cap="all" dirty="0"/>
              <a:t> </a:t>
            </a:r>
            <a:r>
              <a:rPr lang="de-DE" sz="4800" cap="all" dirty="0" err="1"/>
              <a:t>with</a:t>
            </a:r>
            <a:r>
              <a:rPr lang="de-DE" sz="4800" cap="all" dirty="0"/>
              <a:t> </a:t>
            </a:r>
            <a:r>
              <a:rPr lang="de-DE" sz="4800" cap="all" dirty="0" err="1"/>
              <a:t>WebAssembly</a:t>
            </a:r>
            <a:endParaRPr lang="de-DE" sz="4800" cap="al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2DBF2-421D-1A79-4CAD-E1498681A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353" y="7957487"/>
            <a:ext cx="3523130" cy="665310"/>
          </a:xfrm>
        </p:spPr>
        <p:txBody>
          <a:bodyPr/>
          <a:lstStyle/>
          <a:p>
            <a:pPr algn="l"/>
            <a:r>
              <a:rPr lang="de-DE" sz="1800" i="1" dirty="0"/>
              <a:t>Rene Schach – 04.09.2026</a:t>
            </a:r>
          </a:p>
          <a:p>
            <a:pPr algn="l"/>
            <a:r>
              <a:rPr lang="de-DE" sz="1800" i="1" dirty="0" err="1"/>
              <a:t>ContainerDays</a:t>
            </a:r>
            <a:r>
              <a:rPr lang="de-DE" sz="1800" i="1" dirty="0"/>
              <a:t> Hamburg 2026</a:t>
            </a:r>
            <a:endParaRPr lang="en-DE" sz="1800" i="1"/>
          </a:p>
        </p:txBody>
      </p:sp>
    </p:spTree>
    <p:extLst>
      <p:ext uri="{BB962C8B-B14F-4D97-AF65-F5344CB8AC3E}">
        <p14:creationId xmlns:p14="http://schemas.microsoft.com/office/powerpoint/2010/main" val="3545670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73F41-D128-4DA8-E343-45050A767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D6FFC-7879-39A8-A911-C69340A20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1" y="1076400"/>
            <a:ext cx="8755366" cy="581698"/>
          </a:xfrm>
        </p:spPr>
        <p:txBody>
          <a:bodyPr/>
          <a:lstStyle/>
          <a:p>
            <a:r>
              <a:rPr lang="de-DE" dirty="0"/>
              <a:t>A </a:t>
            </a:r>
            <a:r>
              <a:rPr lang="de-DE" dirty="0" err="1"/>
              <a:t>workload</a:t>
            </a:r>
            <a:r>
              <a:rPr lang="de-DE" dirty="0"/>
              <a:t> at the </a:t>
            </a:r>
            <a:r>
              <a:rPr lang="de-DE" dirty="0" err="1"/>
              <a:t>edge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53828-EE54-6AC4-6B5B-0177F95D8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4900" y="2472103"/>
            <a:ext cx="9179597" cy="3329393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endParaRPr lang="de-DE" dirty="0"/>
          </a:p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dirty="0"/>
              <a:t>small </a:t>
            </a:r>
            <a:r>
              <a:rPr lang="de-DE" dirty="0" err="1"/>
              <a:t>applications</a:t>
            </a:r>
            <a:endParaRPr lang="de-DE" dirty="0"/>
          </a:p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dirty="0" err="1"/>
              <a:t>resource</a:t>
            </a:r>
            <a:r>
              <a:rPr lang="de-DE" dirty="0"/>
              <a:t> </a:t>
            </a:r>
            <a:r>
              <a:rPr lang="de-DE" dirty="0" err="1"/>
              <a:t>constraints</a:t>
            </a:r>
            <a:endParaRPr lang="de-DE" dirty="0"/>
          </a:p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dirty="0" err="1"/>
              <a:t>local</a:t>
            </a:r>
            <a:r>
              <a:rPr lang="de-DE" dirty="0"/>
              <a:t> </a:t>
            </a:r>
            <a:r>
              <a:rPr lang="de-DE" dirty="0" err="1"/>
              <a:t>event</a:t>
            </a:r>
            <a:r>
              <a:rPr lang="de-DE" dirty="0"/>
              <a:t>/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processing</a:t>
            </a:r>
            <a:endParaRPr lang="de-DE" dirty="0"/>
          </a:p>
        </p:txBody>
      </p:sp>
      <p:pic>
        <p:nvPicPr>
          <p:cNvPr id="14" name="Grafik 13" descr="Satellitenantenne Silhouette">
            <a:extLst>
              <a:ext uri="{FF2B5EF4-FFF2-40B4-BE49-F238E27FC236}">
                <a16:creationId xmlns:a16="http://schemas.microsoft.com/office/drawing/2014/main" id="{4A2F57B8-BB9F-37B5-A157-369F929F95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39100" y="2714400"/>
            <a:ext cx="914400" cy="914400"/>
          </a:xfrm>
          <a:prstGeom prst="rect">
            <a:avLst/>
          </a:prstGeom>
        </p:spPr>
      </p:pic>
      <p:pic>
        <p:nvPicPr>
          <p:cNvPr id="18" name="Grafik 17" descr="Roboterhand mit einfarbiger Füllung">
            <a:extLst>
              <a:ext uri="{FF2B5EF4-FFF2-40B4-BE49-F238E27FC236}">
                <a16:creationId xmlns:a16="http://schemas.microsoft.com/office/drawing/2014/main" id="{4F35B590-BD18-AE68-40E5-381F54A24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98700" y="3171600"/>
            <a:ext cx="914400" cy="914400"/>
          </a:xfrm>
          <a:prstGeom prst="rect">
            <a:avLst/>
          </a:prstGeom>
        </p:spPr>
      </p:pic>
      <p:pic>
        <p:nvPicPr>
          <p:cNvPr id="19" name="Grafik 18" descr="File:Kubernetes logo without workmark.svg - Wikimedia Commons">
            <a:extLst>
              <a:ext uri="{FF2B5EF4-FFF2-40B4-BE49-F238E27FC236}">
                <a16:creationId xmlns:a16="http://schemas.microsoft.com/office/drawing/2014/main" id="{DF4453DC-702C-E2F5-790E-B0FD923402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99068" y="4882906"/>
            <a:ext cx="1199263" cy="1160887"/>
          </a:xfrm>
          <a:prstGeom prst="rect">
            <a:avLst/>
          </a:prstGeom>
        </p:spPr>
      </p:pic>
      <p:pic>
        <p:nvPicPr>
          <p:cNvPr id="21" name="Grafik 20" descr="Cloud Silhouette">
            <a:extLst>
              <a:ext uri="{FF2B5EF4-FFF2-40B4-BE49-F238E27FC236}">
                <a16:creationId xmlns:a16="http://schemas.microsoft.com/office/drawing/2014/main" id="{B841874F-9D91-E889-9FA1-21CDAB07F5A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268448" y="6658449"/>
            <a:ext cx="1460501" cy="1460501"/>
          </a:xfrm>
          <a:prstGeom prst="rect">
            <a:avLst/>
          </a:prstGeom>
        </p:spPr>
      </p:pic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D05CE470-B0E2-CABF-97ED-E072FB19AD52}"/>
              </a:ext>
            </a:extLst>
          </p:cNvPr>
          <p:cNvCxnSpPr/>
          <p:nvPr/>
        </p:nvCxnSpPr>
        <p:spPr>
          <a:xfrm>
            <a:off x="14973298" y="4136800"/>
            <a:ext cx="0" cy="5992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2A366829-D3BF-4F1A-5C78-742AB97669E7}"/>
              </a:ext>
            </a:extLst>
          </p:cNvPr>
          <p:cNvCxnSpPr/>
          <p:nvPr/>
        </p:nvCxnSpPr>
        <p:spPr>
          <a:xfrm>
            <a:off x="15011396" y="6245000"/>
            <a:ext cx="0" cy="5992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12C65B5-E695-166F-B76D-C84575EB3C28}"/>
              </a:ext>
            </a:extLst>
          </p:cNvPr>
          <p:cNvSpPr txBox="1">
            <a:spLocks/>
          </p:cNvSpPr>
          <p:nvPr/>
        </p:nvSpPr>
        <p:spPr>
          <a:xfrm>
            <a:off x="2374899" y="5562600"/>
            <a:ext cx="9179597" cy="29463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227856" rtl="0" eaLnBrk="1" latinLnBrk="0" hangingPunct="1">
              <a:lnSpc>
                <a:spcPct val="90000"/>
              </a:lnSpc>
              <a:spcBef>
                <a:spcPts val="1343"/>
              </a:spcBef>
              <a:buFontTx/>
              <a:buNone/>
              <a:defRPr sz="2800" b="0" i="0" kern="1200" spc="1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Tx/>
              <a:buBlip>
                <a:blip r:embed="rId10"/>
              </a:buBlip>
              <a:defRPr sz="2400" kern="1200" spc="1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Tx/>
              <a:buBlip>
                <a:blip r:embed="rId10"/>
              </a:buBlip>
              <a:defRPr sz="2400" kern="1200" spc="1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Tx/>
              <a:buBlip>
                <a:blip r:embed="rId10"/>
              </a:buBlip>
              <a:defRPr sz="2400" kern="1200" spc="1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76605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0533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4461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1838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rgbClr val="792A8C"/>
              </a:buClr>
            </a:pPr>
            <a:endParaRPr lang="de-DE" dirty="0"/>
          </a:p>
          <a:p>
            <a:pPr>
              <a:lnSpc>
                <a:spcPct val="150000"/>
              </a:lnSpc>
              <a:buClr>
                <a:srgbClr val="792A8C"/>
              </a:buClr>
            </a:pPr>
            <a:r>
              <a:rPr lang="de-DE" i="1" dirty="0"/>
              <a:t>Does </a:t>
            </a:r>
            <a:r>
              <a:rPr lang="de-DE" i="1" dirty="0" err="1"/>
              <a:t>every</a:t>
            </a:r>
            <a:r>
              <a:rPr lang="de-DE" i="1" dirty="0"/>
              <a:t> </a:t>
            </a:r>
            <a:r>
              <a:rPr lang="de-DE" i="1" dirty="0" err="1"/>
              <a:t>workload</a:t>
            </a:r>
            <a:r>
              <a:rPr lang="de-DE" i="1" dirty="0"/>
              <a:t> </a:t>
            </a:r>
            <a:r>
              <a:rPr lang="de-DE" i="1" dirty="0" err="1"/>
              <a:t>need</a:t>
            </a:r>
            <a:r>
              <a:rPr lang="de-DE" i="1" dirty="0"/>
              <a:t> to </a:t>
            </a:r>
            <a:r>
              <a:rPr lang="de-DE" i="1" dirty="0" err="1"/>
              <a:t>run</a:t>
            </a:r>
            <a:r>
              <a:rPr lang="de-DE" i="1" dirty="0"/>
              <a:t> as a </a:t>
            </a:r>
            <a:r>
              <a:rPr lang="de-DE" i="1" dirty="0" err="1"/>
              <a:t>container</a:t>
            </a:r>
            <a:r>
              <a:rPr lang="de-DE" i="1" dirty="0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1856428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CFBAD-C2F3-FA3B-4E16-53C4EDD6A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9BBC7-C9A1-E93D-B7EA-FDC9B8EFB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1" y="1076400"/>
            <a:ext cx="8755366" cy="581698"/>
          </a:xfrm>
        </p:spPr>
        <p:txBody>
          <a:bodyPr/>
          <a:lstStyle/>
          <a:p>
            <a:r>
              <a:rPr lang="de-DE" dirty="0" err="1"/>
              <a:t>pRecising</a:t>
            </a:r>
            <a:r>
              <a:rPr lang="de-DE" dirty="0"/>
              <a:t> </a:t>
            </a:r>
            <a:r>
              <a:rPr lang="de-DE" dirty="0" err="1"/>
              <a:t>LAtency</a:t>
            </a:r>
            <a:endParaRPr lang="en-DE"/>
          </a:p>
        </p:txBody>
      </p:sp>
      <p:pic>
        <p:nvPicPr>
          <p:cNvPr id="14" name="Grafik 13" descr="Programmierer mit einfarbiger Füllung">
            <a:extLst>
              <a:ext uri="{FF2B5EF4-FFF2-40B4-BE49-F238E27FC236}">
                <a16:creationId xmlns:a16="http://schemas.microsoft.com/office/drawing/2014/main" id="{C908EDA8-566F-3864-B1F8-95F5ED3661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57100" y="5821344"/>
            <a:ext cx="914400" cy="914400"/>
          </a:xfrm>
          <a:prstGeom prst="rect">
            <a:avLst/>
          </a:prstGeom>
        </p:spPr>
      </p:pic>
      <p:pic>
        <p:nvPicPr>
          <p:cNvPr id="18" name="Grafik 17" descr="Rakete mit einfarbiger Füllung">
            <a:extLst>
              <a:ext uri="{FF2B5EF4-FFF2-40B4-BE49-F238E27FC236}">
                <a16:creationId xmlns:a16="http://schemas.microsoft.com/office/drawing/2014/main" id="{44AABFB3-AF42-4524-AD86-95E19CDC81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6800" y="5821344"/>
            <a:ext cx="914400" cy="914400"/>
          </a:xfrm>
          <a:prstGeom prst="rect">
            <a:avLst/>
          </a:prstGeom>
        </p:spPr>
      </p:pic>
      <p:pic>
        <p:nvPicPr>
          <p:cNvPr id="20" name="Grafik 19" descr="Netzplandiagramm mit einfarbiger Füllung">
            <a:extLst>
              <a:ext uri="{FF2B5EF4-FFF2-40B4-BE49-F238E27FC236}">
                <a16:creationId xmlns:a16="http://schemas.microsoft.com/office/drawing/2014/main" id="{57F0E708-B603-EB49-B645-EC0FB62E31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16500" y="5821344"/>
            <a:ext cx="914400" cy="914400"/>
          </a:xfrm>
          <a:prstGeom prst="rect">
            <a:avLst/>
          </a:prstGeom>
        </p:spPr>
      </p:pic>
      <p:pic>
        <p:nvPicPr>
          <p:cNvPr id="23" name="Grafik 22" descr="Stoppuhr mit einfarbiger Füllung">
            <a:extLst>
              <a:ext uri="{FF2B5EF4-FFF2-40B4-BE49-F238E27FC236}">
                <a16:creationId xmlns:a16="http://schemas.microsoft.com/office/drawing/2014/main" id="{7756AB1B-EA27-0A81-D48B-1F03FA13FF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05800" y="2797544"/>
            <a:ext cx="1676400" cy="1676400"/>
          </a:xfrm>
          <a:prstGeom prst="rect">
            <a:avLst/>
          </a:prstGeom>
        </p:spPr>
      </p:pic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D2370C4A-4622-2FB4-8618-C8D40F91B51B}"/>
              </a:ext>
            </a:extLst>
          </p:cNvPr>
          <p:cNvCxnSpPr/>
          <p:nvPr/>
        </p:nvCxnSpPr>
        <p:spPr>
          <a:xfrm flipH="1">
            <a:off x="5670084" y="4025900"/>
            <a:ext cx="2635716" cy="1651000"/>
          </a:xfrm>
          <a:prstGeom prst="straightConnector1">
            <a:avLst/>
          </a:prstGeom>
          <a:ln w="317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777F6F85-D680-3F94-872A-C893A83CD600}"/>
              </a:ext>
            </a:extLst>
          </p:cNvPr>
          <p:cNvCxnSpPr>
            <a:cxnSpLocks/>
          </p:cNvCxnSpPr>
          <p:nvPr/>
        </p:nvCxnSpPr>
        <p:spPr>
          <a:xfrm>
            <a:off x="9144000" y="4473944"/>
            <a:ext cx="0" cy="1228356"/>
          </a:xfrm>
          <a:prstGeom prst="straightConnector1">
            <a:avLst/>
          </a:prstGeom>
          <a:ln w="317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ED7ADB8E-DC24-2A6F-B432-2C8B52C38F29}"/>
              </a:ext>
            </a:extLst>
          </p:cNvPr>
          <p:cNvCxnSpPr>
            <a:cxnSpLocks/>
          </p:cNvCxnSpPr>
          <p:nvPr/>
        </p:nvCxnSpPr>
        <p:spPr>
          <a:xfrm>
            <a:off x="10047767" y="4025900"/>
            <a:ext cx="2474433" cy="1676400"/>
          </a:xfrm>
          <a:prstGeom prst="straightConnector1">
            <a:avLst/>
          </a:prstGeom>
          <a:ln w="317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83F4133A-B4DB-1731-C271-CEC1DBDCF653}"/>
              </a:ext>
            </a:extLst>
          </p:cNvPr>
          <p:cNvSpPr txBox="1"/>
          <p:nvPr/>
        </p:nvSpPr>
        <p:spPr>
          <a:xfrm>
            <a:off x="4845050" y="6862096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Network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F4979FC6-1120-A713-F7B5-CB7EC567A423}"/>
              </a:ext>
            </a:extLst>
          </p:cNvPr>
          <p:cNvSpPr txBox="1"/>
          <p:nvPr/>
        </p:nvSpPr>
        <p:spPr>
          <a:xfrm>
            <a:off x="8515350" y="6880188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Startup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96EDF611-B240-E2E7-337F-B31119B594FD}"/>
              </a:ext>
            </a:extLst>
          </p:cNvPr>
          <p:cNvSpPr txBox="1"/>
          <p:nvPr/>
        </p:nvSpPr>
        <p:spPr>
          <a:xfrm>
            <a:off x="12185650" y="6921942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Execution</a:t>
            </a:r>
            <a:endParaRPr lang="de-DE" dirty="0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9A0560F3-4B60-B65D-7A4D-691C40542B93}"/>
              </a:ext>
            </a:extLst>
          </p:cNvPr>
          <p:cNvSpPr/>
          <p:nvPr/>
        </p:nvSpPr>
        <p:spPr>
          <a:xfrm>
            <a:off x="8356600" y="5757844"/>
            <a:ext cx="1638300" cy="1620856"/>
          </a:xfrm>
          <a:prstGeom prst="rect">
            <a:avLst/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7678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E35E75-AD9B-470E-3776-787A3B070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1" y="1076400"/>
            <a:ext cx="7851599" cy="581698"/>
          </a:xfrm>
        </p:spPr>
        <p:txBody>
          <a:bodyPr/>
          <a:lstStyle/>
          <a:p>
            <a:r>
              <a:rPr lang="de-DE" dirty="0"/>
              <a:t>WASM &amp; WASI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AD716E-59AA-CD69-9C16-8CFA85F44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885" y="2934753"/>
            <a:ext cx="11144932" cy="5418288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sz="2200" dirty="0"/>
              <a:t>WASM </a:t>
            </a:r>
            <a:r>
              <a:rPr lang="de-DE" sz="2200" dirty="0" err="1"/>
              <a:t>originates</a:t>
            </a:r>
            <a:r>
              <a:rPr lang="de-DE" sz="2200" dirty="0"/>
              <a:t> </a:t>
            </a:r>
            <a:r>
              <a:rPr lang="de-DE" sz="2200" dirty="0" err="1"/>
              <a:t>from</a:t>
            </a:r>
            <a:r>
              <a:rPr lang="de-DE" sz="2200" dirty="0"/>
              <a:t> </a:t>
            </a:r>
            <a:r>
              <a:rPr lang="de-DE" sz="2200" dirty="0" err="1"/>
              <a:t>the</a:t>
            </a:r>
            <a:r>
              <a:rPr lang="de-DE" sz="2200" dirty="0"/>
              <a:t> </a:t>
            </a:r>
            <a:r>
              <a:rPr lang="de-DE" sz="2200" dirty="0" err="1"/>
              <a:t>browser</a:t>
            </a:r>
            <a:r>
              <a:rPr lang="de-DE" sz="2200" dirty="0"/>
              <a:t> </a:t>
            </a:r>
            <a:r>
              <a:rPr lang="de-DE" sz="2200" dirty="0" err="1"/>
              <a:t>world</a:t>
            </a:r>
            <a:endParaRPr lang="de-DE" sz="2200" dirty="0"/>
          </a:p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sz="2200" dirty="0"/>
              <a:t>not </a:t>
            </a:r>
            <a:r>
              <a:rPr lang="de-DE" sz="2200" dirty="0" err="1"/>
              <a:t>tied</a:t>
            </a:r>
            <a:r>
              <a:rPr lang="de-DE" sz="2200" dirty="0"/>
              <a:t> </a:t>
            </a:r>
            <a:r>
              <a:rPr lang="de-DE" sz="2200" dirty="0" err="1"/>
              <a:t>to</a:t>
            </a:r>
            <a:r>
              <a:rPr lang="de-DE" sz="2200" dirty="0"/>
              <a:t> </a:t>
            </a:r>
            <a:r>
              <a:rPr lang="de-DE" sz="2200" dirty="0" err="1"/>
              <a:t>browsers</a:t>
            </a:r>
            <a:r>
              <a:rPr lang="de-DE" sz="2200" dirty="0"/>
              <a:t>: </a:t>
            </a:r>
            <a:r>
              <a:rPr lang="de-DE" sz="2200" dirty="0" err="1"/>
              <a:t>use</a:t>
            </a:r>
            <a:r>
              <a:rPr lang="de-DE" sz="2200" dirty="0"/>
              <a:t> WASM-</a:t>
            </a:r>
            <a:r>
              <a:rPr lang="de-DE" sz="2200" dirty="0" err="1"/>
              <a:t>compatible</a:t>
            </a:r>
            <a:r>
              <a:rPr lang="de-DE" sz="2200" dirty="0"/>
              <a:t> </a:t>
            </a:r>
            <a:r>
              <a:rPr lang="de-DE" sz="2200" dirty="0" err="1"/>
              <a:t>runtime</a:t>
            </a:r>
            <a:r>
              <a:rPr lang="de-DE" sz="2200" dirty="0"/>
              <a:t> </a:t>
            </a:r>
            <a:r>
              <a:rPr lang="de-DE" sz="2200" dirty="0" err="1"/>
              <a:t>to</a:t>
            </a:r>
            <a:r>
              <a:rPr lang="de-DE" sz="2200" dirty="0"/>
              <a:t> </a:t>
            </a:r>
            <a:r>
              <a:rPr lang="de-DE" sz="2200" dirty="0" err="1"/>
              <a:t>run</a:t>
            </a:r>
            <a:r>
              <a:rPr lang="de-DE" sz="2200" dirty="0"/>
              <a:t> on </a:t>
            </a:r>
            <a:r>
              <a:rPr lang="de-DE" sz="2200" dirty="0" err="1"/>
              <a:t>servers</a:t>
            </a:r>
            <a:endParaRPr lang="de-DE" sz="2200" dirty="0"/>
          </a:p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sz="2200" dirty="0" err="1"/>
              <a:t>compact</a:t>
            </a:r>
            <a:r>
              <a:rPr lang="de-DE" sz="2200" dirty="0"/>
              <a:t>, </a:t>
            </a:r>
            <a:r>
              <a:rPr lang="de-DE" sz="2200" dirty="0" err="1"/>
              <a:t>low</a:t>
            </a:r>
            <a:r>
              <a:rPr lang="de-DE" sz="2200" dirty="0"/>
              <a:t>-level </a:t>
            </a:r>
            <a:r>
              <a:rPr lang="de-DE" sz="2200" dirty="0" err="1"/>
              <a:t>bytecode</a:t>
            </a:r>
            <a:r>
              <a:rPr lang="de-DE" sz="2200" dirty="0"/>
              <a:t> </a:t>
            </a:r>
            <a:r>
              <a:rPr lang="de-DE" sz="2200" dirty="0" err="1"/>
              <a:t>designed</a:t>
            </a:r>
            <a:r>
              <a:rPr lang="de-DE" sz="2200" dirty="0"/>
              <a:t> </a:t>
            </a:r>
            <a:r>
              <a:rPr lang="de-DE" sz="2200" dirty="0" err="1"/>
              <a:t>to</a:t>
            </a:r>
            <a:r>
              <a:rPr lang="de-DE" sz="2200" dirty="0"/>
              <a:t> </a:t>
            </a:r>
            <a:r>
              <a:rPr lang="de-DE" sz="2200" dirty="0" err="1"/>
              <a:t>be</a:t>
            </a:r>
            <a:r>
              <a:rPr lang="de-DE" sz="2200" dirty="0"/>
              <a:t> </a:t>
            </a:r>
            <a:r>
              <a:rPr lang="de-DE" sz="2200" dirty="0" err="1"/>
              <a:t>efficiently</a:t>
            </a:r>
            <a:r>
              <a:rPr lang="de-DE" sz="2200" dirty="0"/>
              <a:t> </a:t>
            </a:r>
            <a:r>
              <a:rPr lang="de-DE" sz="2200" dirty="0" err="1"/>
              <a:t>compiled</a:t>
            </a:r>
            <a:br>
              <a:rPr lang="de-DE" sz="2200" dirty="0"/>
            </a:br>
            <a:endParaRPr lang="de-DE" sz="2200" dirty="0"/>
          </a:p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endParaRPr lang="de-DE" sz="2200" dirty="0"/>
          </a:p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sz="2200" dirty="0" err="1"/>
              <a:t>provides</a:t>
            </a:r>
            <a:r>
              <a:rPr lang="de-DE" sz="2200" dirty="0"/>
              <a:t> </a:t>
            </a:r>
            <a:r>
              <a:rPr lang="de-DE" sz="2200" dirty="0" err="1"/>
              <a:t>standardized</a:t>
            </a:r>
            <a:r>
              <a:rPr lang="de-DE" sz="2200" dirty="0"/>
              <a:t> host </a:t>
            </a:r>
            <a:r>
              <a:rPr lang="de-DE" sz="2200" dirty="0" err="1"/>
              <a:t>interfaces</a:t>
            </a:r>
            <a:r>
              <a:rPr lang="de-DE" sz="2200" dirty="0"/>
              <a:t> </a:t>
            </a:r>
            <a:r>
              <a:rPr lang="de-DE" sz="2200" dirty="0" err="1"/>
              <a:t>for</a:t>
            </a:r>
            <a:r>
              <a:rPr lang="de-DE" sz="2200" dirty="0"/>
              <a:t> </a:t>
            </a:r>
            <a:r>
              <a:rPr lang="de-DE" sz="2200" dirty="0" err="1"/>
              <a:t>WebAssembly</a:t>
            </a:r>
            <a:r>
              <a:rPr lang="de-DE" sz="2200" dirty="0"/>
              <a:t> outside </a:t>
            </a:r>
            <a:r>
              <a:rPr lang="de-DE" sz="2200" dirty="0" err="1"/>
              <a:t>the</a:t>
            </a:r>
            <a:r>
              <a:rPr lang="de-DE" sz="2200" dirty="0"/>
              <a:t> </a:t>
            </a:r>
            <a:r>
              <a:rPr lang="de-DE" sz="2200" dirty="0" err="1"/>
              <a:t>browser</a:t>
            </a:r>
            <a:endParaRPr lang="de-DE" sz="2200" dirty="0"/>
          </a:p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sz="2200" dirty="0" err="1"/>
              <a:t>files</a:t>
            </a:r>
            <a:r>
              <a:rPr lang="de-DE" sz="2200" dirty="0"/>
              <a:t>, </a:t>
            </a:r>
            <a:r>
              <a:rPr lang="de-DE" sz="2200" dirty="0" err="1"/>
              <a:t>networking</a:t>
            </a:r>
            <a:r>
              <a:rPr lang="de-DE" sz="2200" dirty="0"/>
              <a:t>, I/O</a:t>
            </a:r>
          </a:p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sz="2200" dirty="0" err="1"/>
              <a:t>current</a:t>
            </a:r>
            <a:r>
              <a:rPr lang="de-DE" sz="2200" dirty="0"/>
              <a:t> </a:t>
            </a:r>
            <a:r>
              <a:rPr lang="de-DE" sz="2200" dirty="0" err="1"/>
              <a:t>version</a:t>
            </a:r>
            <a:r>
              <a:rPr lang="de-DE" sz="2200" dirty="0"/>
              <a:t> WASI </a:t>
            </a:r>
            <a:r>
              <a:rPr lang="de-DE" sz="2200" dirty="0" err="1"/>
              <a:t>preview</a:t>
            </a:r>
            <a:r>
              <a:rPr lang="de-DE" sz="2200" dirty="0"/>
              <a:t> 0.3.1</a:t>
            </a:r>
          </a:p>
        </p:txBody>
      </p:sp>
      <p:pic>
        <p:nvPicPr>
          <p:cNvPr id="4" name="Grafik 3" descr="Download WebAssembly Logo in SVG Vector or PNG File Format - Logo.wine">
            <a:extLst>
              <a:ext uri="{FF2B5EF4-FFF2-40B4-BE49-F238E27FC236}">
                <a16:creationId xmlns:a16="http://schemas.microsoft.com/office/drawing/2014/main" id="{82987CFB-2C4C-A24D-CBD4-62F71E17C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401" y="2617253"/>
            <a:ext cx="3706020" cy="2470680"/>
          </a:xfrm>
          <a:prstGeom prst="rect">
            <a:avLst/>
          </a:prstGeom>
        </p:spPr>
      </p:pic>
      <p:pic>
        <p:nvPicPr>
          <p:cNvPr id="6" name="Grafik 5" descr="WASI Logo">
            <a:extLst>
              <a:ext uri="{FF2B5EF4-FFF2-40B4-BE49-F238E27FC236}">
                <a16:creationId xmlns:a16="http://schemas.microsoft.com/office/drawing/2014/main" id="{27A74C77-DE92-8CB6-8E46-E1E4DCC35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1180" y="5396256"/>
            <a:ext cx="2368463" cy="236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690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C5F680-9690-A2C1-BFC2-78B9C338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1" y="1076400"/>
            <a:ext cx="9566099" cy="1163395"/>
          </a:xfrm>
        </p:spPr>
        <p:txBody>
          <a:bodyPr/>
          <a:lstStyle/>
          <a:p>
            <a:r>
              <a:rPr lang="de-DE" dirty="0"/>
              <a:t>Containers </a:t>
            </a:r>
            <a:r>
              <a:rPr lang="de-DE" dirty="0" err="1"/>
              <a:t>vs</a:t>
            </a:r>
            <a:r>
              <a:rPr lang="de-DE" dirty="0"/>
              <a:t> WASM </a:t>
            </a:r>
            <a:r>
              <a:rPr lang="de-DE" dirty="0" err="1"/>
              <a:t>modules</a:t>
            </a:r>
            <a:endParaRPr lang="de-DE" dirty="0"/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4DF7BA08-3590-17D1-65D9-0F5533E9FF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3537239"/>
              </p:ext>
            </p:extLst>
          </p:nvPr>
        </p:nvGraphicFramePr>
        <p:xfrm>
          <a:off x="1642309" y="3277877"/>
          <a:ext cx="15280256" cy="3108960"/>
        </p:xfrm>
        <a:graphic>
          <a:graphicData uri="http://schemas.openxmlformats.org/drawingml/2006/table">
            <a:tbl>
              <a:tblPr/>
              <a:tblGrid>
                <a:gridCol w="3216593">
                  <a:extLst>
                    <a:ext uri="{9D8B030D-6E8A-4147-A177-3AD203B41FA5}">
                      <a16:colId xmlns:a16="http://schemas.microsoft.com/office/drawing/2014/main" val="4154485487"/>
                    </a:ext>
                  </a:extLst>
                </a:gridCol>
                <a:gridCol w="5504298">
                  <a:extLst>
                    <a:ext uri="{9D8B030D-6E8A-4147-A177-3AD203B41FA5}">
                      <a16:colId xmlns:a16="http://schemas.microsoft.com/office/drawing/2014/main" val="2982947045"/>
                    </a:ext>
                  </a:extLst>
                </a:gridCol>
                <a:gridCol w="6559365">
                  <a:extLst>
                    <a:ext uri="{9D8B030D-6E8A-4147-A177-3AD203B41FA5}">
                      <a16:colId xmlns:a16="http://schemas.microsoft.com/office/drawing/2014/main" val="24077620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de-DE" sz="2400" b="1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400" b="1"/>
                        <a:t>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400" b="1" dirty="0" err="1"/>
                        <a:t>WebAssembly</a:t>
                      </a:r>
                      <a:endParaRPr lang="de-DE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860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sz="2400" b="1"/>
                        <a:t>Execution model</a:t>
                      </a:r>
                      <a:endParaRPr lang="de-DE" sz="240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400" dirty="0"/>
                        <a:t>Native Linux </a:t>
                      </a:r>
                      <a:r>
                        <a:rPr lang="de-DE" sz="2400" dirty="0" err="1"/>
                        <a:t>process</a:t>
                      </a:r>
                      <a:endParaRPr lang="de-DE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400" dirty="0"/>
                        <a:t>Guest code </a:t>
                      </a:r>
                      <a:r>
                        <a:rPr lang="de-DE" sz="2400" dirty="0" err="1"/>
                        <a:t>inside</a:t>
                      </a:r>
                      <a:r>
                        <a:rPr lang="de-DE" sz="2400" dirty="0"/>
                        <a:t> </a:t>
                      </a:r>
                      <a:r>
                        <a:rPr lang="de-DE" sz="2400" dirty="0" err="1"/>
                        <a:t>Wasm</a:t>
                      </a:r>
                      <a:r>
                        <a:rPr lang="de-DE" sz="2400" dirty="0"/>
                        <a:t> </a:t>
                      </a:r>
                      <a:r>
                        <a:rPr lang="de-DE" sz="2400" dirty="0" err="1"/>
                        <a:t>runtime</a:t>
                      </a:r>
                      <a:endParaRPr lang="de-DE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711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sz="2400" b="1"/>
                        <a:t>Isolation &amp; host access</a:t>
                      </a:r>
                      <a:endParaRPr lang="de-DE" sz="240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400" dirty="0"/>
                        <a:t>OS/</a:t>
                      </a:r>
                      <a:r>
                        <a:rPr lang="de-DE" sz="2400" dirty="0" err="1"/>
                        <a:t>kernel</a:t>
                      </a:r>
                      <a:r>
                        <a:rPr lang="de-DE" sz="2400" dirty="0"/>
                        <a:t> </a:t>
                      </a:r>
                      <a:r>
                        <a:rPr lang="de-DE" sz="2400" dirty="0" err="1"/>
                        <a:t>mechanisms</a:t>
                      </a:r>
                      <a:r>
                        <a:rPr lang="de-DE" sz="2400" dirty="0"/>
                        <a:t> + </a:t>
                      </a:r>
                      <a:r>
                        <a:rPr lang="de-DE" sz="2400" dirty="0" err="1"/>
                        <a:t>syscalls</a:t>
                      </a:r>
                      <a:endParaRPr lang="de-DE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400" dirty="0" err="1"/>
                        <a:t>Runtime</a:t>
                      </a:r>
                      <a:r>
                        <a:rPr lang="de-DE" sz="2400" dirty="0"/>
                        <a:t> </a:t>
                      </a:r>
                      <a:r>
                        <a:rPr lang="de-DE" sz="2400" dirty="0" err="1"/>
                        <a:t>sandbox</a:t>
                      </a:r>
                      <a:r>
                        <a:rPr lang="de-DE" sz="2400" dirty="0"/>
                        <a:t> + explicit </a:t>
                      </a:r>
                      <a:r>
                        <a:rPr lang="de-DE" sz="2400" dirty="0" err="1"/>
                        <a:t>capabilities</a:t>
                      </a:r>
                      <a:endParaRPr lang="de-DE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524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sz="2400" b="1" dirty="0" err="1"/>
                        <a:t>Compatibility</a:t>
                      </a:r>
                      <a:endParaRPr lang="de-DE" sz="24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400" dirty="0"/>
                        <a:t>Broad Linux </a:t>
                      </a:r>
                      <a:r>
                        <a:rPr lang="de-DE" sz="2400" dirty="0" err="1"/>
                        <a:t>compatibility</a:t>
                      </a:r>
                      <a:endParaRPr lang="de-DE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400" dirty="0"/>
                        <a:t>Limited </a:t>
                      </a:r>
                      <a:r>
                        <a:rPr lang="de-DE" sz="2400" dirty="0" err="1"/>
                        <a:t>by</a:t>
                      </a:r>
                      <a:r>
                        <a:rPr lang="de-DE" sz="2400" dirty="0"/>
                        <a:t> WASM/WASI/</a:t>
                      </a:r>
                      <a:r>
                        <a:rPr lang="de-DE" sz="2400" dirty="0" err="1"/>
                        <a:t>runtime</a:t>
                      </a:r>
                      <a:r>
                        <a:rPr lang="de-DE" sz="2400" dirty="0"/>
                        <a:t>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7734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sz="2400" b="1" dirty="0" err="1"/>
                        <a:t>Artifact</a:t>
                      </a:r>
                      <a:r>
                        <a:rPr lang="de-DE" sz="2400" b="1" dirty="0"/>
                        <a:t> (</a:t>
                      </a:r>
                      <a:r>
                        <a:rPr lang="de-DE" sz="2400" b="1" dirty="0" err="1"/>
                        <a:t>size</a:t>
                      </a:r>
                      <a:r>
                        <a:rPr lang="de-DE" sz="2400" b="1" dirty="0"/>
                        <a:t>)</a:t>
                      </a:r>
                      <a:endParaRPr lang="de-DE" sz="24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400"/>
                        <a:t>App + userspace + dependencies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400" dirty="0" err="1"/>
                        <a:t>Wasm</a:t>
                      </a:r>
                      <a:r>
                        <a:rPr lang="de-DE" sz="2400" dirty="0"/>
                        <a:t> </a:t>
                      </a:r>
                      <a:r>
                        <a:rPr lang="de-DE" sz="2400" dirty="0" err="1"/>
                        <a:t>module</a:t>
                      </a:r>
                      <a:r>
                        <a:rPr lang="de-DE" sz="2400" dirty="0"/>
                        <a:t> </a:t>
                      </a:r>
                      <a:r>
                        <a:rPr lang="de-DE" sz="2400" dirty="0" err="1"/>
                        <a:t>only</a:t>
                      </a:r>
                      <a:endParaRPr lang="de-DE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898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12278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1" dirty="0"/>
                        <a:t>Startup</a:t>
                      </a:r>
                      <a:endParaRPr lang="de-DE" sz="24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400" dirty="0"/>
                        <a:t>Container/</a:t>
                      </a:r>
                      <a:r>
                        <a:rPr lang="de-DE" sz="2400" dirty="0" err="1"/>
                        <a:t>process</a:t>
                      </a:r>
                      <a:r>
                        <a:rPr lang="de-DE" sz="2400" dirty="0"/>
                        <a:t> </a:t>
                      </a:r>
                      <a:r>
                        <a:rPr lang="de-DE" sz="2400" dirty="0" err="1"/>
                        <a:t>initialization</a:t>
                      </a:r>
                      <a:endParaRPr lang="de-DE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2400" dirty="0" err="1"/>
                        <a:t>Potentially</a:t>
                      </a:r>
                      <a:r>
                        <a:rPr lang="de-DE" sz="2400" dirty="0"/>
                        <a:t> </a:t>
                      </a:r>
                      <a:r>
                        <a:rPr lang="de-DE" sz="2400" dirty="0" err="1"/>
                        <a:t>very</a:t>
                      </a:r>
                      <a:r>
                        <a:rPr lang="de-DE" sz="2400" dirty="0"/>
                        <a:t> fast </a:t>
                      </a:r>
                      <a:r>
                        <a:rPr lang="de-DE" sz="2400" dirty="0" err="1"/>
                        <a:t>instantiation</a:t>
                      </a:r>
                      <a:endParaRPr lang="de-DE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7393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6164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CFBAD-C2F3-FA3B-4E16-53C4EDD6A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9BBC7-C9A1-E93D-B7EA-FDC9B8EFB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1" y="1076400"/>
            <a:ext cx="8755366" cy="581698"/>
          </a:xfrm>
        </p:spPr>
        <p:txBody>
          <a:bodyPr/>
          <a:lstStyle/>
          <a:p>
            <a:r>
              <a:rPr lang="de-DE" dirty="0"/>
              <a:t>WASM ON </a:t>
            </a:r>
            <a:r>
              <a:rPr lang="de-DE" dirty="0" err="1"/>
              <a:t>Kubernetes</a:t>
            </a:r>
            <a:endParaRPr lang="en-DE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B30A321-CA0C-4A49-D76F-86C1EA5BA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2510" y="2726780"/>
            <a:ext cx="1049648" cy="1025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2E26C37-714E-8564-74E6-E95A317E8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4177" y="2733870"/>
            <a:ext cx="1049648" cy="1025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1FDC78C2-9852-F686-5D34-80482D3F5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0449" y="2726779"/>
            <a:ext cx="1049649" cy="1025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C4B0C38A-937B-11C1-75F9-E46731161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2117" y="2733870"/>
            <a:ext cx="1049648" cy="1025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containerd hero logo">
            <a:extLst>
              <a:ext uri="{FF2B5EF4-FFF2-40B4-BE49-F238E27FC236}">
                <a16:creationId xmlns:a16="http://schemas.microsoft.com/office/drawing/2014/main" id="{D3A7C972-BC40-5952-80D9-F53ED52E8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3059" y="2934423"/>
            <a:ext cx="2445358" cy="630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1921F489-B9BA-F175-FE12-73FA7EF7C4A9}"/>
              </a:ext>
            </a:extLst>
          </p:cNvPr>
          <p:cNvSpPr txBox="1"/>
          <p:nvPr/>
        </p:nvSpPr>
        <p:spPr>
          <a:xfrm>
            <a:off x="11449382" y="2830894"/>
            <a:ext cx="17560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CRI </a:t>
            </a:r>
            <a:br>
              <a:rPr lang="de-DE" sz="2400" dirty="0"/>
            </a:br>
            <a:r>
              <a:rPr lang="de-DE" sz="2400" dirty="0"/>
              <a:t>(</a:t>
            </a:r>
            <a:r>
              <a:rPr lang="de-DE" sz="2400" dirty="0" err="1"/>
              <a:t>plugin</a:t>
            </a:r>
            <a:r>
              <a:rPr lang="de-DE" sz="2400" dirty="0"/>
              <a:t>)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534F747-F275-C89D-76DD-EE40EF89B603}"/>
              </a:ext>
            </a:extLst>
          </p:cNvPr>
          <p:cNvSpPr txBox="1"/>
          <p:nvPr/>
        </p:nvSpPr>
        <p:spPr>
          <a:xfrm>
            <a:off x="10173298" y="5316365"/>
            <a:ext cx="4096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containerd-shim-runc-v2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2037A5C-9537-F357-E794-DC231E8281C1}"/>
              </a:ext>
            </a:extLst>
          </p:cNvPr>
          <p:cNvSpPr txBox="1"/>
          <p:nvPr/>
        </p:nvSpPr>
        <p:spPr>
          <a:xfrm>
            <a:off x="6410971" y="5316364"/>
            <a:ext cx="1756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runc</a:t>
            </a:r>
            <a:endParaRPr lang="de-DE" sz="24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8AF8258-A555-BF99-74E7-E7623527CC5A}"/>
              </a:ext>
            </a:extLst>
          </p:cNvPr>
          <p:cNvSpPr txBox="1"/>
          <p:nvPr/>
        </p:nvSpPr>
        <p:spPr>
          <a:xfrm>
            <a:off x="1668458" y="5316363"/>
            <a:ext cx="2926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running</a:t>
            </a:r>
            <a:r>
              <a:rPr lang="de-DE" sz="2400" dirty="0"/>
              <a:t> </a:t>
            </a:r>
            <a:r>
              <a:rPr lang="de-DE" sz="2400" dirty="0" err="1"/>
              <a:t>container</a:t>
            </a:r>
            <a:endParaRPr lang="de-DE" sz="240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EB7CA3B-6EA9-FCB0-292A-4A9F1FC5D460}"/>
              </a:ext>
            </a:extLst>
          </p:cNvPr>
          <p:cNvSpPr txBox="1"/>
          <p:nvPr/>
        </p:nvSpPr>
        <p:spPr>
          <a:xfrm>
            <a:off x="10173297" y="6916901"/>
            <a:ext cx="4096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WASM-</a:t>
            </a:r>
            <a:r>
              <a:rPr lang="de-DE" sz="2400" dirty="0" err="1"/>
              <a:t>specific</a:t>
            </a:r>
            <a:r>
              <a:rPr lang="de-DE" sz="2400" dirty="0"/>
              <a:t> </a:t>
            </a:r>
            <a:r>
              <a:rPr lang="de-DE" sz="2400" dirty="0" err="1"/>
              <a:t>shim</a:t>
            </a:r>
            <a:endParaRPr lang="de-DE" sz="24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CEBCA86-2F68-3711-9105-378E5B3FE670}"/>
              </a:ext>
            </a:extLst>
          </p:cNvPr>
          <p:cNvSpPr txBox="1"/>
          <p:nvPr/>
        </p:nvSpPr>
        <p:spPr>
          <a:xfrm>
            <a:off x="5549373" y="6778400"/>
            <a:ext cx="39598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WASM </a:t>
            </a:r>
            <a:r>
              <a:rPr lang="de-DE" sz="2400" dirty="0" err="1"/>
              <a:t>runtime</a:t>
            </a:r>
            <a:br>
              <a:rPr lang="de-DE" sz="2400" dirty="0"/>
            </a:br>
            <a:r>
              <a:rPr lang="de-DE" dirty="0"/>
              <a:t>(</a:t>
            </a:r>
            <a:r>
              <a:rPr lang="de-DE" dirty="0" err="1"/>
              <a:t>wasmtime</a:t>
            </a:r>
            <a:r>
              <a:rPr lang="de-DE" dirty="0"/>
              <a:t>, </a:t>
            </a:r>
            <a:r>
              <a:rPr lang="de-DE" dirty="0" err="1"/>
              <a:t>wasmer</a:t>
            </a:r>
            <a:r>
              <a:rPr lang="de-DE" dirty="0"/>
              <a:t>, </a:t>
            </a:r>
            <a:r>
              <a:rPr lang="de-DE" dirty="0" err="1"/>
              <a:t>wasmedge</a:t>
            </a:r>
            <a:r>
              <a:rPr lang="de-DE" dirty="0"/>
              <a:t> …)</a:t>
            </a:r>
            <a:endParaRPr lang="de-DE" sz="24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53C1FC3-1516-F323-CF58-43E6F8E27BAC}"/>
              </a:ext>
            </a:extLst>
          </p:cNvPr>
          <p:cNvSpPr txBox="1"/>
          <p:nvPr/>
        </p:nvSpPr>
        <p:spPr>
          <a:xfrm>
            <a:off x="1400937" y="6916900"/>
            <a:ext cx="3193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WASM </a:t>
            </a:r>
            <a:r>
              <a:rPr lang="de-DE" sz="2400" dirty="0" err="1"/>
              <a:t>module</a:t>
            </a:r>
            <a:endParaRPr lang="de-DE" sz="2400" dirty="0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F30674DD-189D-EC7E-1F98-76A9D0646699}"/>
              </a:ext>
            </a:extLst>
          </p:cNvPr>
          <p:cNvCxnSpPr/>
          <p:nvPr/>
        </p:nvCxnSpPr>
        <p:spPr>
          <a:xfrm>
            <a:off x="3131507" y="3281819"/>
            <a:ext cx="101460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6272161F-4D6C-62BF-59A1-B88E64F0B813}"/>
              </a:ext>
            </a:extLst>
          </p:cNvPr>
          <p:cNvCxnSpPr/>
          <p:nvPr/>
        </p:nvCxnSpPr>
        <p:spPr>
          <a:xfrm>
            <a:off x="5600513" y="3281819"/>
            <a:ext cx="101460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9C4C439F-0C69-8D6D-B8E0-319289976C24}"/>
              </a:ext>
            </a:extLst>
          </p:cNvPr>
          <p:cNvCxnSpPr/>
          <p:nvPr/>
        </p:nvCxnSpPr>
        <p:spPr>
          <a:xfrm>
            <a:off x="8129392" y="3310686"/>
            <a:ext cx="101460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3364A8E8-7E9B-0010-5854-80338B5C734B}"/>
              </a:ext>
            </a:extLst>
          </p:cNvPr>
          <p:cNvCxnSpPr/>
          <p:nvPr/>
        </p:nvCxnSpPr>
        <p:spPr>
          <a:xfrm>
            <a:off x="10583341" y="3310686"/>
            <a:ext cx="101460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5261CEC0-EDDB-7FDE-D6DC-5FE026FC6E9E}"/>
              </a:ext>
            </a:extLst>
          </p:cNvPr>
          <p:cNvCxnSpPr/>
          <p:nvPr/>
        </p:nvCxnSpPr>
        <p:spPr>
          <a:xfrm>
            <a:off x="12995465" y="3310686"/>
            <a:ext cx="101460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winkelte Verbindung 18">
            <a:extLst>
              <a:ext uri="{FF2B5EF4-FFF2-40B4-BE49-F238E27FC236}">
                <a16:creationId xmlns:a16="http://schemas.microsoft.com/office/drawing/2014/main" id="{387D4856-FD45-7EFD-0E22-426E1DAB7B69}"/>
              </a:ext>
            </a:extLst>
          </p:cNvPr>
          <p:cNvCxnSpPr>
            <a:endCxn id="4" idx="3"/>
          </p:cNvCxnSpPr>
          <p:nvPr/>
        </p:nvCxnSpPr>
        <p:spPr>
          <a:xfrm rot="5400000">
            <a:off x="14062559" y="4164018"/>
            <a:ext cx="1590053" cy="1176307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BD4F3CB5-FCAE-87C4-D5BF-B6723EBC8CBE}"/>
              </a:ext>
            </a:extLst>
          </p:cNvPr>
          <p:cNvCxnSpPr>
            <a:cxnSpLocks/>
            <a:stCxn id="4" idx="1"/>
            <a:endCxn id="5" idx="3"/>
          </p:cNvCxnSpPr>
          <p:nvPr/>
        </p:nvCxnSpPr>
        <p:spPr>
          <a:xfrm flipH="1" flipV="1">
            <a:off x="8167031" y="5547197"/>
            <a:ext cx="2006267" cy="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34778CC7-0355-CA5A-2657-C7BDACB4D281}"/>
              </a:ext>
            </a:extLst>
          </p:cNvPr>
          <p:cNvCxnSpPr>
            <a:cxnSpLocks/>
            <a:stCxn id="5" idx="1"/>
            <a:endCxn id="6" idx="3"/>
          </p:cNvCxnSpPr>
          <p:nvPr/>
        </p:nvCxnSpPr>
        <p:spPr>
          <a:xfrm flipH="1" flipV="1">
            <a:off x="4594555" y="5547196"/>
            <a:ext cx="1816416" cy="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8ADAC0FC-1C9B-EC78-47D2-0530BA17EA5F}"/>
              </a:ext>
            </a:extLst>
          </p:cNvPr>
          <p:cNvCxnSpPr>
            <a:cxnSpLocks/>
            <a:stCxn id="7" idx="1"/>
            <a:endCxn id="8" idx="3"/>
          </p:cNvCxnSpPr>
          <p:nvPr/>
        </p:nvCxnSpPr>
        <p:spPr>
          <a:xfrm flipH="1" flipV="1">
            <a:off x="9509181" y="7147732"/>
            <a:ext cx="664116" cy="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F4E99E0C-544F-AF33-94CD-47AE762B929C}"/>
              </a:ext>
            </a:extLst>
          </p:cNvPr>
          <p:cNvCxnSpPr>
            <a:cxnSpLocks/>
            <a:stCxn id="8" idx="1"/>
            <a:endCxn id="9" idx="3"/>
          </p:cNvCxnSpPr>
          <p:nvPr/>
        </p:nvCxnSpPr>
        <p:spPr>
          <a:xfrm flipH="1">
            <a:off x="4594555" y="7147732"/>
            <a:ext cx="954818" cy="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winkelte Verbindung 47">
            <a:extLst>
              <a:ext uri="{FF2B5EF4-FFF2-40B4-BE49-F238E27FC236}">
                <a16:creationId xmlns:a16="http://schemas.microsoft.com/office/drawing/2014/main" id="{FAB0B470-8318-54FA-BDD7-8FD73656E691}"/>
              </a:ext>
            </a:extLst>
          </p:cNvPr>
          <p:cNvCxnSpPr>
            <a:endCxn id="7" idx="3"/>
          </p:cNvCxnSpPr>
          <p:nvPr/>
        </p:nvCxnSpPr>
        <p:spPr>
          <a:xfrm rot="5400000">
            <a:off x="13571952" y="4654623"/>
            <a:ext cx="3190589" cy="1795632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hteck 48">
            <a:extLst>
              <a:ext uri="{FF2B5EF4-FFF2-40B4-BE49-F238E27FC236}">
                <a16:creationId xmlns:a16="http://schemas.microsoft.com/office/drawing/2014/main" id="{F43CB0AB-8BAB-CE00-5A6C-D60A32C99575}"/>
              </a:ext>
            </a:extLst>
          </p:cNvPr>
          <p:cNvSpPr/>
          <p:nvPr/>
        </p:nvSpPr>
        <p:spPr>
          <a:xfrm>
            <a:off x="1668457" y="6700344"/>
            <a:ext cx="12341615" cy="940580"/>
          </a:xfrm>
          <a:prstGeom prst="rect">
            <a:avLst/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1ECE99B9-A01D-3D59-D3A2-8F7499D3EEF1}"/>
              </a:ext>
            </a:extLst>
          </p:cNvPr>
          <p:cNvSpPr/>
          <p:nvPr/>
        </p:nvSpPr>
        <p:spPr>
          <a:xfrm>
            <a:off x="1578981" y="2508744"/>
            <a:ext cx="1399718" cy="1414729"/>
          </a:xfrm>
          <a:prstGeom prst="rect">
            <a:avLst/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270FA16C-22B4-EDDB-73A3-2BF69E5C1C41}"/>
              </a:ext>
            </a:extLst>
          </p:cNvPr>
          <p:cNvSpPr txBox="1"/>
          <p:nvPr/>
        </p:nvSpPr>
        <p:spPr>
          <a:xfrm>
            <a:off x="2792158" y="8059441"/>
            <a:ext cx="108450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 err="1">
                <a:solidFill>
                  <a:schemeClr val="accent5"/>
                </a:solidFill>
              </a:rPr>
              <a:t>Requires</a:t>
            </a:r>
            <a:r>
              <a:rPr lang="de-DE" sz="2800" b="1" dirty="0">
                <a:solidFill>
                  <a:schemeClr val="accent5"/>
                </a:solidFill>
              </a:rPr>
              <a:t> </a:t>
            </a:r>
            <a:r>
              <a:rPr lang="de-DE" sz="2800" b="1" dirty="0" err="1">
                <a:solidFill>
                  <a:schemeClr val="accent5"/>
                </a:solidFill>
              </a:rPr>
              <a:t>installation</a:t>
            </a:r>
            <a:r>
              <a:rPr lang="de-DE" sz="2800" b="1" dirty="0">
                <a:solidFill>
                  <a:schemeClr val="accent5"/>
                </a:solidFill>
              </a:rPr>
              <a:t> </a:t>
            </a:r>
            <a:r>
              <a:rPr lang="de-DE" sz="2800" b="1" dirty="0" err="1">
                <a:solidFill>
                  <a:schemeClr val="accent5"/>
                </a:solidFill>
              </a:rPr>
              <a:t>of</a:t>
            </a:r>
            <a:r>
              <a:rPr lang="de-DE" sz="2800" b="1" dirty="0">
                <a:solidFill>
                  <a:schemeClr val="accent5"/>
                </a:solidFill>
              </a:rPr>
              <a:t> </a:t>
            </a:r>
            <a:r>
              <a:rPr lang="de-DE" sz="2800" b="1" dirty="0" err="1">
                <a:solidFill>
                  <a:schemeClr val="accent5"/>
                </a:solidFill>
              </a:rPr>
              <a:t>runtime</a:t>
            </a:r>
            <a:r>
              <a:rPr lang="de-DE" sz="2800" b="1" dirty="0">
                <a:solidFill>
                  <a:schemeClr val="accent5"/>
                </a:solidFill>
              </a:rPr>
              <a:t> and </a:t>
            </a:r>
            <a:r>
              <a:rPr lang="de-DE" sz="2800" b="1" dirty="0" err="1">
                <a:solidFill>
                  <a:schemeClr val="accent5"/>
                </a:solidFill>
              </a:rPr>
              <a:t>custom</a:t>
            </a:r>
            <a:r>
              <a:rPr lang="de-DE" sz="2800" b="1" dirty="0">
                <a:solidFill>
                  <a:schemeClr val="accent5"/>
                </a:solidFill>
              </a:rPr>
              <a:t> </a:t>
            </a:r>
            <a:r>
              <a:rPr lang="de-DE" sz="2800" b="1" i="1" dirty="0" err="1">
                <a:solidFill>
                  <a:schemeClr val="accent5"/>
                </a:solidFill>
              </a:rPr>
              <a:t>RuntimeClass</a:t>
            </a:r>
            <a:endParaRPr lang="de-DE" sz="2800" b="1" i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225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49" grpId="0" animBg="1"/>
      <p:bldP spid="50" grpId="0" animBg="1"/>
      <p:bldP spid="5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2B673-4DE3-C9C9-4265-FA778F029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7568E-D31F-E093-5BB2-1D11C769F1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DEMO TIME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91319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E35E75-AD9B-470E-3776-787A3B070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1" y="1076400"/>
            <a:ext cx="9885351" cy="1163395"/>
          </a:xfrm>
        </p:spPr>
        <p:txBody>
          <a:bodyPr/>
          <a:lstStyle/>
          <a:p>
            <a:r>
              <a:rPr lang="de-DE" dirty="0"/>
              <a:t>WASM </a:t>
            </a:r>
            <a:r>
              <a:rPr lang="de-DE" dirty="0" err="1"/>
              <a:t>replacing</a:t>
            </a:r>
            <a:r>
              <a:rPr lang="de-DE" dirty="0"/>
              <a:t> Containers 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AD716E-59AA-CD69-9C16-8CFA85F44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2401" y="2493313"/>
            <a:ext cx="15441416" cy="707081"/>
          </a:xfrm>
        </p:spPr>
        <p:txBody>
          <a:bodyPr/>
          <a:lstStyle/>
          <a:p>
            <a:pPr algn="ctr">
              <a:lnSpc>
                <a:spcPct val="150000"/>
              </a:lnSpc>
              <a:buClr>
                <a:srgbClr val="792A8C"/>
              </a:buClr>
            </a:pPr>
            <a:r>
              <a:rPr lang="de-DE" b="1" dirty="0" err="1">
                <a:solidFill>
                  <a:schemeClr val="accent5"/>
                </a:solidFill>
              </a:rPr>
              <a:t>No</a:t>
            </a:r>
            <a:r>
              <a:rPr lang="de-DE" b="1" dirty="0">
                <a:solidFill>
                  <a:schemeClr val="accent5"/>
                </a:solidFill>
              </a:rPr>
              <a:t> — and </a:t>
            </a:r>
            <a:r>
              <a:rPr lang="de-DE" b="1" dirty="0" err="1">
                <a:solidFill>
                  <a:schemeClr val="accent5"/>
                </a:solidFill>
              </a:rPr>
              <a:t>it</a:t>
            </a:r>
            <a:r>
              <a:rPr lang="de-DE" b="1" dirty="0">
                <a:solidFill>
                  <a:schemeClr val="accent5"/>
                </a:solidFill>
              </a:rPr>
              <a:t> </a:t>
            </a:r>
            <a:r>
              <a:rPr lang="de-DE" b="1" dirty="0" err="1">
                <a:solidFill>
                  <a:schemeClr val="accent5"/>
                </a:solidFill>
              </a:rPr>
              <a:t>doesn't</a:t>
            </a:r>
            <a:r>
              <a:rPr lang="de-DE" b="1" dirty="0">
                <a:solidFill>
                  <a:schemeClr val="accent5"/>
                </a:solidFill>
              </a:rPr>
              <a:t> </a:t>
            </a:r>
            <a:r>
              <a:rPr lang="de-DE" b="1" dirty="0" err="1">
                <a:solidFill>
                  <a:schemeClr val="accent5"/>
                </a:solidFill>
              </a:rPr>
              <a:t>need</a:t>
            </a:r>
            <a:r>
              <a:rPr lang="de-DE" b="1" dirty="0">
                <a:solidFill>
                  <a:schemeClr val="accent5"/>
                </a:solidFill>
              </a:rPr>
              <a:t> </a:t>
            </a:r>
            <a:r>
              <a:rPr lang="de-DE" b="1" dirty="0" err="1">
                <a:solidFill>
                  <a:schemeClr val="accent5"/>
                </a:solidFill>
              </a:rPr>
              <a:t>to</a:t>
            </a:r>
            <a:endParaRPr lang="de-DE" sz="3600" b="1" dirty="0">
              <a:solidFill>
                <a:schemeClr val="accent5"/>
              </a:solidFill>
            </a:endParaRP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69F32B1C-4930-FA0C-2E39-45D3DE65D2CF}"/>
              </a:ext>
            </a:extLst>
          </p:cNvPr>
          <p:cNvSpPr txBox="1">
            <a:spLocks/>
          </p:cNvSpPr>
          <p:nvPr/>
        </p:nvSpPr>
        <p:spPr>
          <a:xfrm>
            <a:off x="1292401" y="3641834"/>
            <a:ext cx="4462013" cy="2869325"/>
          </a:xfrm>
          <a:prstGeom prst="rect">
            <a:avLst/>
          </a:prstGeom>
          <a:ln w="63500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0" indent="0" algn="l" defTabSz="1227856" rtl="0" eaLnBrk="1" latinLnBrk="0" hangingPunct="1">
              <a:lnSpc>
                <a:spcPct val="90000"/>
              </a:lnSpc>
              <a:spcBef>
                <a:spcPts val="1343"/>
              </a:spcBef>
              <a:buFontTx/>
              <a:buNone/>
              <a:defRPr sz="2800" b="0" i="0" kern="1200" spc="1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Tx/>
              <a:buBlip>
                <a:blip r:embed="rId3"/>
              </a:buBlip>
              <a:defRPr sz="2400" kern="1200" spc="1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Tx/>
              <a:buBlip>
                <a:blip r:embed="rId3"/>
              </a:buBlip>
              <a:defRPr sz="2400" kern="1200" spc="1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Tx/>
              <a:buBlip>
                <a:blip r:embed="rId3"/>
              </a:buBlip>
              <a:defRPr sz="2400" kern="1200" spc="1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76605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0533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4461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1838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rgbClr val="792A8C"/>
              </a:buClr>
            </a:pPr>
            <a:r>
              <a:rPr lang="de-DE" sz="2400" dirty="0"/>
              <a:t>  </a:t>
            </a:r>
            <a:r>
              <a:rPr lang="de-DE" sz="2400" b="1" dirty="0"/>
              <a:t>Containers</a:t>
            </a:r>
          </a:p>
          <a:p>
            <a:pPr>
              <a:lnSpc>
                <a:spcPct val="150000"/>
              </a:lnSpc>
              <a:buClr>
                <a:srgbClr val="792A8C"/>
              </a:buClr>
            </a:pPr>
            <a:r>
              <a:rPr lang="de-DE" sz="2400" dirty="0"/>
              <a:t>  General-</a:t>
            </a:r>
            <a:r>
              <a:rPr lang="de-DE" sz="2400" dirty="0" err="1"/>
              <a:t>purpose</a:t>
            </a:r>
            <a:r>
              <a:rPr lang="de-DE" sz="2400" dirty="0"/>
              <a:t> </a:t>
            </a:r>
            <a:r>
              <a:rPr lang="de-DE" sz="2400" dirty="0" err="1"/>
              <a:t>default</a:t>
            </a:r>
            <a:endParaRPr lang="de-DE" sz="2400" dirty="0"/>
          </a:p>
          <a:p>
            <a:pPr>
              <a:lnSpc>
                <a:spcPct val="150000"/>
              </a:lnSpc>
              <a:buClr>
                <a:srgbClr val="792A8C"/>
              </a:buClr>
            </a:pPr>
            <a:r>
              <a:rPr lang="de-DE" sz="2400" dirty="0"/>
              <a:t>  </a:t>
            </a:r>
            <a:r>
              <a:rPr lang="de-DE" sz="2400" dirty="0" err="1"/>
              <a:t>Mature</a:t>
            </a:r>
            <a:r>
              <a:rPr lang="de-DE" sz="2400" dirty="0"/>
              <a:t> </a:t>
            </a:r>
            <a:r>
              <a:rPr lang="de-DE" sz="2400" dirty="0" err="1"/>
              <a:t>ecosystem</a:t>
            </a:r>
            <a:endParaRPr lang="de-DE" sz="2400" dirty="0"/>
          </a:p>
          <a:p>
            <a:pPr>
              <a:lnSpc>
                <a:spcPct val="150000"/>
              </a:lnSpc>
              <a:buClr>
                <a:srgbClr val="792A8C"/>
              </a:buClr>
            </a:pPr>
            <a:r>
              <a:rPr lang="de-DE" sz="2400" dirty="0"/>
              <a:t>  Broad </a:t>
            </a:r>
            <a:r>
              <a:rPr lang="de-DE" sz="2400" dirty="0" err="1"/>
              <a:t>compatibility</a:t>
            </a:r>
            <a:endParaRPr lang="de-DE" sz="3600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84DCB691-A1E5-122C-5D49-1E97C1904392}"/>
              </a:ext>
            </a:extLst>
          </p:cNvPr>
          <p:cNvSpPr txBox="1">
            <a:spLocks/>
          </p:cNvSpPr>
          <p:nvPr/>
        </p:nvSpPr>
        <p:spPr>
          <a:xfrm>
            <a:off x="7262277" y="3668110"/>
            <a:ext cx="4640689" cy="2843050"/>
          </a:xfrm>
          <a:prstGeom prst="rect">
            <a:avLst/>
          </a:prstGeom>
          <a:ln w="63500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0" indent="0" algn="l" defTabSz="1227856" rtl="0" eaLnBrk="1" latinLnBrk="0" hangingPunct="1">
              <a:lnSpc>
                <a:spcPct val="90000"/>
              </a:lnSpc>
              <a:spcBef>
                <a:spcPts val="1343"/>
              </a:spcBef>
              <a:buFontTx/>
              <a:buNone/>
              <a:defRPr sz="2800" b="0" i="0" kern="1200" spc="1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Tx/>
              <a:buBlip>
                <a:blip r:embed="rId3"/>
              </a:buBlip>
              <a:defRPr sz="2400" kern="1200" spc="1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Tx/>
              <a:buBlip>
                <a:blip r:embed="rId3"/>
              </a:buBlip>
              <a:defRPr sz="2400" kern="1200" spc="1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Tx/>
              <a:buBlip>
                <a:blip r:embed="rId3"/>
              </a:buBlip>
              <a:defRPr sz="2400" kern="1200" spc="1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76605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0533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4461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1838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rgbClr val="792A8C"/>
              </a:buClr>
            </a:pPr>
            <a:r>
              <a:rPr lang="de-DE" sz="2400" dirty="0"/>
              <a:t>  </a:t>
            </a:r>
            <a:r>
              <a:rPr lang="de-DE" sz="2400" b="1" dirty="0"/>
              <a:t>WASM</a:t>
            </a:r>
          </a:p>
          <a:p>
            <a:pPr>
              <a:lnSpc>
                <a:spcPct val="150000"/>
              </a:lnSpc>
              <a:buClr>
                <a:srgbClr val="792A8C"/>
              </a:buClr>
            </a:pPr>
            <a:r>
              <a:rPr lang="de-DE" sz="2400" dirty="0"/>
              <a:t>  Specialized </a:t>
            </a:r>
            <a:r>
              <a:rPr lang="de-DE" sz="2400" dirty="0" err="1"/>
              <a:t>workloads</a:t>
            </a:r>
            <a:endParaRPr lang="de-DE" sz="2400" dirty="0"/>
          </a:p>
          <a:p>
            <a:pPr>
              <a:lnSpc>
                <a:spcPct val="150000"/>
              </a:lnSpc>
              <a:buClr>
                <a:srgbClr val="792A8C"/>
              </a:buClr>
            </a:pPr>
            <a:r>
              <a:rPr lang="de-DE" sz="2400" dirty="0"/>
              <a:t>  Lightweight &amp; </a:t>
            </a:r>
            <a:r>
              <a:rPr lang="de-DE" sz="2400" dirty="0" err="1"/>
              <a:t>sandboxed</a:t>
            </a:r>
            <a:endParaRPr lang="de-DE" sz="2400" dirty="0"/>
          </a:p>
          <a:p>
            <a:pPr>
              <a:lnSpc>
                <a:spcPct val="150000"/>
              </a:lnSpc>
              <a:buClr>
                <a:srgbClr val="792A8C"/>
              </a:buClr>
            </a:pPr>
            <a:r>
              <a:rPr lang="de-DE" sz="2400" dirty="0"/>
              <a:t>  Edge / </a:t>
            </a:r>
            <a:r>
              <a:rPr lang="de-DE" sz="2400" dirty="0" err="1"/>
              <a:t>serverless</a:t>
            </a:r>
            <a:endParaRPr lang="de-DE" sz="2400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5823FCFD-6162-F972-97EE-FD99AF08A522}"/>
              </a:ext>
            </a:extLst>
          </p:cNvPr>
          <p:cNvSpPr txBox="1">
            <a:spLocks/>
          </p:cNvSpPr>
          <p:nvPr/>
        </p:nvSpPr>
        <p:spPr>
          <a:xfrm>
            <a:off x="12979905" y="3668109"/>
            <a:ext cx="4462013" cy="2843050"/>
          </a:xfrm>
          <a:prstGeom prst="rect">
            <a:avLst/>
          </a:prstGeom>
          <a:ln w="63500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0" indent="0" algn="l" defTabSz="1227856" rtl="0" eaLnBrk="1" latinLnBrk="0" hangingPunct="1">
              <a:lnSpc>
                <a:spcPct val="90000"/>
              </a:lnSpc>
              <a:spcBef>
                <a:spcPts val="1343"/>
              </a:spcBef>
              <a:buFontTx/>
              <a:buNone/>
              <a:defRPr sz="2800" b="0" i="0" kern="1200" spc="1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Tx/>
              <a:buBlip>
                <a:blip r:embed="rId3"/>
              </a:buBlip>
              <a:defRPr sz="2400" kern="1200" spc="1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Tx/>
              <a:buBlip>
                <a:blip r:embed="rId3"/>
              </a:buBlip>
              <a:defRPr sz="2400" kern="1200" spc="1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Tx/>
              <a:buBlip>
                <a:blip r:embed="rId3"/>
              </a:buBlip>
              <a:defRPr sz="2400" kern="1200" spc="1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76605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0533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4461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1838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rgbClr val="792A8C"/>
              </a:buClr>
            </a:pPr>
            <a:r>
              <a:rPr lang="de-DE" sz="2400" dirty="0"/>
              <a:t>  </a:t>
            </a:r>
            <a:r>
              <a:rPr lang="de-DE" sz="2400" b="1" dirty="0"/>
              <a:t>Today</a:t>
            </a:r>
          </a:p>
          <a:p>
            <a:pPr>
              <a:lnSpc>
                <a:spcPct val="150000"/>
              </a:lnSpc>
              <a:buClr>
                <a:srgbClr val="792A8C"/>
              </a:buClr>
            </a:pPr>
            <a:r>
              <a:rPr lang="de-DE" sz="2400" dirty="0"/>
              <a:t>  WASI pre-1.0</a:t>
            </a:r>
          </a:p>
          <a:p>
            <a:pPr>
              <a:lnSpc>
                <a:spcPct val="150000"/>
              </a:lnSpc>
              <a:buClr>
                <a:srgbClr val="792A8C"/>
              </a:buClr>
            </a:pPr>
            <a:r>
              <a:rPr lang="de-DE" sz="2400" dirty="0"/>
              <a:t>  </a:t>
            </a:r>
            <a:r>
              <a:rPr lang="de-DE" sz="2400" dirty="0" err="1"/>
              <a:t>Tooling</a:t>
            </a:r>
            <a:r>
              <a:rPr lang="de-DE" sz="2400" dirty="0"/>
              <a:t> still </a:t>
            </a:r>
            <a:r>
              <a:rPr lang="de-DE" sz="2400" dirty="0" err="1"/>
              <a:t>evolving</a:t>
            </a:r>
            <a:endParaRPr lang="de-DE" sz="240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DF25A32A-8ED0-5125-DEF6-021D4F600464}"/>
              </a:ext>
            </a:extLst>
          </p:cNvPr>
          <p:cNvSpPr txBox="1">
            <a:spLocks/>
          </p:cNvSpPr>
          <p:nvPr/>
        </p:nvSpPr>
        <p:spPr>
          <a:xfrm>
            <a:off x="1423292" y="7147033"/>
            <a:ext cx="15441416" cy="7070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227856" rtl="0" eaLnBrk="1" latinLnBrk="0" hangingPunct="1">
              <a:lnSpc>
                <a:spcPct val="90000"/>
              </a:lnSpc>
              <a:spcBef>
                <a:spcPts val="1343"/>
              </a:spcBef>
              <a:buFontTx/>
              <a:buNone/>
              <a:defRPr sz="2800" b="0" i="0" kern="1200" spc="1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Tx/>
              <a:buBlip>
                <a:blip r:embed="rId3"/>
              </a:buBlip>
              <a:defRPr sz="2400" kern="1200" spc="1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Tx/>
              <a:buBlip>
                <a:blip r:embed="rId3"/>
              </a:buBlip>
              <a:defRPr sz="2400" kern="1200" spc="1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Tx/>
              <a:buBlip>
                <a:blip r:embed="rId3"/>
              </a:buBlip>
              <a:defRPr sz="2400" kern="1200" spc="1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76605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0533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4461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1838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buClr>
                <a:srgbClr val="792A8C"/>
              </a:buClr>
            </a:pPr>
            <a:r>
              <a:rPr lang="de-DE" b="1" dirty="0" err="1">
                <a:solidFill>
                  <a:schemeClr val="accent5"/>
                </a:solidFill>
              </a:rPr>
              <a:t>One</a:t>
            </a:r>
            <a:r>
              <a:rPr lang="de-DE" b="1" dirty="0">
                <a:solidFill>
                  <a:schemeClr val="accent5"/>
                </a:solidFill>
              </a:rPr>
              <a:t> </a:t>
            </a:r>
            <a:r>
              <a:rPr lang="de-DE" b="1" dirty="0" err="1">
                <a:solidFill>
                  <a:schemeClr val="accent5"/>
                </a:solidFill>
              </a:rPr>
              <a:t>cluster</a:t>
            </a:r>
            <a:r>
              <a:rPr lang="de-DE" b="1" dirty="0">
                <a:solidFill>
                  <a:schemeClr val="accent5"/>
                </a:solidFill>
              </a:rPr>
              <a:t>. Different </a:t>
            </a:r>
            <a:r>
              <a:rPr lang="de-DE" b="1" dirty="0" err="1">
                <a:solidFill>
                  <a:schemeClr val="accent5"/>
                </a:solidFill>
              </a:rPr>
              <a:t>runtime</a:t>
            </a:r>
            <a:r>
              <a:rPr lang="de-DE" b="1" dirty="0">
                <a:solidFill>
                  <a:schemeClr val="accent5"/>
                </a:solidFill>
              </a:rPr>
              <a:t> </a:t>
            </a:r>
            <a:r>
              <a:rPr lang="de-DE" b="1" dirty="0" err="1">
                <a:solidFill>
                  <a:schemeClr val="accent5"/>
                </a:solidFill>
              </a:rPr>
              <a:t>choices</a:t>
            </a:r>
            <a:r>
              <a:rPr lang="de-DE" b="1" dirty="0">
                <a:solidFill>
                  <a:schemeClr val="accent5"/>
                </a:solidFill>
              </a:rPr>
              <a:t> </a:t>
            </a:r>
            <a:r>
              <a:rPr lang="de-DE" b="1" dirty="0" err="1">
                <a:solidFill>
                  <a:schemeClr val="accent5"/>
                </a:solidFill>
              </a:rPr>
              <a:t>for</a:t>
            </a:r>
            <a:r>
              <a:rPr lang="de-DE" b="1" dirty="0">
                <a:solidFill>
                  <a:schemeClr val="accent5"/>
                </a:solidFill>
              </a:rPr>
              <a:t> different </a:t>
            </a:r>
            <a:r>
              <a:rPr lang="de-DE" b="1" dirty="0" err="1">
                <a:solidFill>
                  <a:schemeClr val="accent5"/>
                </a:solidFill>
              </a:rPr>
              <a:t>workloads</a:t>
            </a:r>
            <a:endParaRPr lang="de-DE" sz="36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3142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7" grpId="0" animBg="1"/>
      <p:bldP spid="8" grpId="0" animBg="1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C60B3-17BB-37A4-171E-5C6A0E9BC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912106"/>
            <a:ext cx="7851600" cy="1661993"/>
          </a:xfrm>
        </p:spPr>
        <p:txBody>
          <a:bodyPr/>
          <a:lstStyle/>
          <a:p>
            <a:r>
              <a:rPr lang="en-DE" sz="6000" dirty="0"/>
              <a:t>Thank You!</a:t>
            </a:r>
            <a:br>
              <a:rPr lang="en-DE" sz="6000" dirty="0"/>
            </a:br>
            <a:r>
              <a:rPr lang="en-DE" sz="6000" dirty="0"/>
              <a:t>Q&amp;A</a:t>
            </a:r>
            <a:endParaRPr lang="en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3622CDB-61BA-08E6-7598-FBB4F70599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44360" y="7400487"/>
            <a:ext cx="4740275" cy="819150"/>
          </a:xfrm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en-DE" sz="2800" b="1" dirty="0"/>
              <a:t>Find me on LinkedIn</a:t>
            </a:r>
            <a:br>
              <a:rPr lang="en-DE" sz="2800" b="1" dirty="0"/>
            </a:br>
            <a:r>
              <a:rPr lang="en-DE" sz="2800" b="1" dirty="0">
                <a:solidFill>
                  <a:schemeClr val="accent5"/>
                </a:solidFill>
              </a:rPr>
              <a:t>@ReneSchach</a:t>
            </a:r>
          </a:p>
        </p:txBody>
      </p:sp>
      <p:pic>
        <p:nvPicPr>
          <p:cNvPr id="8" name="Graphic 7" descr="Questions with solid fill">
            <a:extLst>
              <a:ext uri="{FF2B5EF4-FFF2-40B4-BE49-F238E27FC236}">
                <a16:creationId xmlns:a16="http://schemas.microsoft.com/office/drawing/2014/main" id="{ABAFA902-A195-3CDB-5BD6-F9E6F84223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43" y="2477794"/>
            <a:ext cx="5466420" cy="5466368"/>
          </a:xfrm>
          <a:prstGeom prst="rect">
            <a:avLst/>
          </a:prstGeom>
        </p:spPr>
      </p:pic>
      <p:pic>
        <p:nvPicPr>
          <p:cNvPr id="9" name="Grafik 15">
            <a:extLst>
              <a:ext uri="{FF2B5EF4-FFF2-40B4-BE49-F238E27FC236}">
                <a16:creationId xmlns:a16="http://schemas.microsoft.com/office/drawing/2014/main" id="{2A63A034-0360-056A-DB85-E8373C25B6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6550" t="6707" r="6707" b="6550"/>
          <a:stretch>
            <a:fillRect/>
          </a:stretch>
        </p:blipFill>
        <p:spPr>
          <a:xfrm>
            <a:off x="7275285" y="2443486"/>
            <a:ext cx="4478422" cy="4478422"/>
          </a:xfrm>
          <a:prstGeom prst="rect">
            <a:avLst/>
          </a:prstGeom>
        </p:spPr>
      </p:pic>
      <p:sp>
        <p:nvSpPr>
          <p:cNvPr id="4" name="Oval 13">
            <a:extLst>
              <a:ext uri="{FF2B5EF4-FFF2-40B4-BE49-F238E27FC236}">
                <a16:creationId xmlns:a16="http://schemas.microsoft.com/office/drawing/2014/main" id="{8ADB7B5C-844B-1E48-B541-D52926C181B6}"/>
              </a:ext>
            </a:extLst>
          </p:cNvPr>
          <p:cNvSpPr>
            <a:spLocks/>
          </p:cNvSpPr>
          <p:nvPr/>
        </p:nvSpPr>
        <p:spPr>
          <a:xfrm>
            <a:off x="10417187" y="4917381"/>
            <a:ext cx="403873" cy="76504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B820206-54BB-8F6A-378D-4A09114EFF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551042" y="8218445"/>
            <a:ext cx="2827988" cy="258411"/>
          </a:xfrm>
        </p:spPr>
        <p:txBody>
          <a:bodyPr/>
          <a:lstStyle/>
          <a:p>
            <a:pPr algn="ctr"/>
            <a:r>
              <a:rPr lang="de-DE" sz="1800" dirty="0" err="1"/>
              <a:t>WebAssembly</a:t>
            </a:r>
            <a:r>
              <a:rPr lang="de-DE" sz="1800" dirty="0"/>
              <a:t> | GitHub</a:t>
            </a:r>
          </a:p>
          <a:p>
            <a:endParaRPr lang="en-DE" sz="1800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1D75A05-7839-3376-EC5F-97B735B12630}"/>
              </a:ext>
            </a:extLst>
          </p:cNvPr>
          <p:cNvSpPr txBox="1">
            <a:spLocks/>
          </p:cNvSpPr>
          <p:nvPr/>
        </p:nvSpPr>
        <p:spPr>
          <a:xfrm>
            <a:off x="13010045" y="4279038"/>
            <a:ext cx="3909982" cy="3985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227856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  <a:defRPr sz="2400" b="0" i="0" kern="1200" spc="1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76605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0533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4461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1838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DE" sz="1800" dirty="0"/>
              <a:t>Demo | Repository</a:t>
            </a:r>
          </a:p>
        </p:txBody>
      </p:sp>
      <p:sp>
        <p:nvSpPr>
          <p:cNvPr id="25" name="Oval 13">
            <a:extLst>
              <a:ext uri="{FF2B5EF4-FFF2-40B4-BE49-F238E27FC236}">
                <a16:creationId xmlns:a16="http://schemas.microsoft.com/office/drawing/2014/main" id="{4DF45126-671C-5036-51DB-3FE8F19DB743}"/>
              </a:ext>
            </a:extLst>
          </p:cNvPr>
          <p:cNvSpPr>
            <a:spLocks/>
          </p:cNvSpPr>
          <p:nvPr/>
        </p:nvSpPr>
        <p:spPr>
          <a:xfrm>
            <a:off x="14558470" y="4827159"/>
            <a:ext cx="813628" cy="98071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27" name="Picture 1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93C341C-3693-A4ED-33F1-094ACE4793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99367" y="4738538"/>
            <a:ext cx="1069311" cy="106926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C04ED2AA-3D52-1EE8-3242-06FDE0C4A1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088858" y="6298626"/>
            <a:ext cx="1690327" cy="169032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35BAE71-D5F3-FD92-F2B2-65D6AD007A3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134039" y="2387475"/>
            <a:ext cx="1661993" cy="1661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667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Custom 1">
      <a:dk1>
        <a:srgbClr val="04020E"/>
      </a:dk1>
      <a:lt1>
        <a:srgbClr val="F3F7FA"/>
      </a:lt1>
      <a:dk2>
        <a:srgbClr val="2F2B34"/>
      </a:dk2>
      <a:lt2>
        <a:srgbClr val="F3F7FA"/>
      </a:lt2>
      <a:accent1>
        <a:srgbClr val="DD1F6D"/>
      </a:accent1>
      <a:accent2>
        <a:srgbClr val="C52075"/>
      </a:accent2>
      <a:accent3>
        <a:srgbClr val="AC207E"/>
      </a:accent3>
      <a:accent4>
        <a:srgbClr val="922686"/>
      </a:accent4>
      <a:accent5>
        <a:srgbClr val="792A8C"/>
      </a:accent5>
      <a:accent6>
        <a:srgbClr val="632C90"/>
      </a:accent6>
      <a:hlink>
        <a:srgbClr val="912685"/>
      </a:hlink>
      <a:folHlink>
        <a:srgbClr val="D8D8D8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asic Slidedeck 2026 (All Slides Overview)_updated" id="{6A236891-54BD-6740-AD15-678E6DA61DB4}" vid="{A229A006-5F53-714C-9879-52AC0F38D71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CFC28D85D34D545A25E0F2B35FF48B6" ma:contentTypeVersion="4" ma:contentTypeDescription="Ein neues Dokument erstellen." ma:contentTypeScope="" ma:versionID="dd38df5ab09639557f25558329fb6913">
  <xsd:schema xmlns:xsd="http://www.w3.org/2001/XMLSchema" xmlns:xs="http://www.w3.org/2001/XMLSchema" xmlns:p="http://schemas.microsoft.com/office/2006/metadata/properties" xmlns:ns2="ebf073a6-db85-46ec-a112-0db5964dc602" targetNamespace="http://schemas.microsoft.com/office/2006/metadata/properties" ma:root="true" ma:fieldsID="bd45f9e8d6d9221368ce62fb6b1f6be8" ns2:_="">
    <xsd:import namespace="ebf073a6-db85-46ec-a112-0db5964dc6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f073a6-db85-46ec-a112-0db5964dc6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E1F5DEF-D9C2-4CB5-B8F3-E4870BE960D1}">
  <ds:schemaRefs>
    <ds:schemaRef ds:uri="ebf073a6-db85-46ec-a112-0db5964dc602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FF4CF6BD-9953-4012-A9B4-E4468DC85E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701C0C-D77B-4E28-842E-85FF2C94E8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f073a6-db85-46ec-a112-0db5964dc6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8e62d976-8516-40d9-af79-38eb75eec0f0}" enabled="1" method="Privileged" siteId="{ff01e8b8-4388-4511-a60e-5efc1401b87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774</Words>
  <Application>Microsoft Macintosh PowerPoint</Application>
  <PresentationFormat>Benutzerdefiniert</PresentationFormat>
  <Paragraphs>112</Paragraphs>
  <Slides>9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Aptos</vt:lpstr>
      <vt:lpstr>Arial</vt:lpstr>
      <vt:lpstr>Trebuchet MS</vt:lpstr>
      <vt:lpstr>Wingdings</vt:lpstr>
      <vt:lpstr>Office</vt:lpstr>
      <vt:lpstr>Kubernetes on the edge:  running low-latency workloads with WebAssembly</vt:lpstr>
      <vt:lpstr>A workload at the edge</vt:lpstr>
      <vt:lpstr>pRecising LAtency</vt:lpstr>
      <vt:lpstr>WASM &amp; WASI</vt:lpstr>
      <vt:lpstr>Containers vs WASM modules</vt:lpstr>
      <vt:lpstr>WASM ON Kubernetes</vt:lpstr>
      <vt:lpstr>DEMO TIME</vt:lpstr>
      <vt:lpstr>WASM replacing Containers ?</vt:lpstr>
      <vt:lpstr>Thank You! 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on the edge:  running low-latency workloads with WebAssembly</dc:title>
  <dc:creator>Rene Schach</dc:creator>
  <cp:lastModifiedBy>Rene Schach</cp:lastModifiedBy>
  <cp:revision>29</cp:revision>
  <cp:lastPrinted>2024-12-27T16:21:01Z</cp:lastPrinted>
  <dcterms:created xsi:type="dcterms:W3CDTF">2026-08-02T14:01:23Z</dcterms:created>
  <dcterms:modified xsi:type="dcterms:W3CDTF">2026-08-29T16:30:09Z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0x0101002CFC28D85D34D545A25E0F2B35FF48B6</vt:lpwstr>
  </property>
  <property fmtid="{D5CDD505-2E9C-101B-9397-08002B2CF9AE}" pid="3" name="MediaServiceImageTags">
    <vt:lpwstr/>
  </property>
</Properties>
</file>