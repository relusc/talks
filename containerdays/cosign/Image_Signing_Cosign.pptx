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5" r:id="rId4"/>
  </p:sldMasterIdLst>
  <p:notesMasterIdLst>
    <p:notesMasterId r:id="rId84"/>
  </p:notesMasterIdLst>
  <p:sldIdLst>
    <p:sldId id="365" r:id="rId5"/>
    <p:sldId id="369" r:id="rId6"/>
    <p:sldId id="376" r:id="rId7"/>
    <p:sldId id="371" r:id="rId8"/>
    <p:sldId id="372" r:id="rId9"/>
    <p:sldId id="374" r:id="rId10"/>
    <p:sldId id="373" r:id="rId11"/>
    <p:sldId id="379" r:id="rId12"/>
    <p:sldId id="368" r:id="rId13"/>
    <p:sldId id="257" r:id="rId14"/>
    <p:sldId id="301" r:id="rId15"/>
    <p:sldId id="298" r:id="rId16"/>
    <p:sldId id="299" r:id="rId17"/>
    <p:sldId id="300" r:id="rId18"/>
    <p:sldId id="303" r:id="rId19"/>
    <p:sldId id="304" r:id="rId20"/>
    <p:sldId id="305" r:id="rId21"/>
    <p:sldId id="302" r:id="rId22"/>
    <p:sldId id="306" r:id="rId23"/>
    <p:sldId id="307" r:id="rId24"/>
    <p:sldId id="308" r:id="rId25"/>
    <p:sldId id="353" r:id="rId26"/>
    <p:sldId id="356" r:id="rId27"/>
    <p:sldId id="291" r:id="rId28"/>
    <p:sldId id="309" r:id="rId29"/>
    <p:sldId id="292" r:id="rId30"/>
    <p:sldId id="310" r:id="rId31"/>
    <p:sldId id="293" r:id="rId32"/>
    <p:sldId id="313" r:id="rId33"/>
    <p:sldId id="314" r:id="rId34"/>
    <p:sldId id="355" r:id="rId35"/>
    <p:sldId id="315" r:id="rId36"/>
    <p:sldId id="316" r:id="rId37"/>
    <p:sldId id="317" r:id="rId38"/>
    <p:sldId id="318" r:id="rId39"/>
    <p:sldId id="311" r:id="rId40"/>
    <p:sldId id="312" r:id="rId41"/>
    <p:sldId id="362" r:id="rId42"/>
    <p:sldId id="358" r:id="rId43"/>
    <p:sldId id="361" r:id="rId44"/>
    <p:sldId id="343" r:id="rId45"/>
    <p:sldId id="348" r:id="rId46"/>
    <p:sldId id="320" r:id="rId47"/>
    <p:sldId id="359" r:id="rId48"/>
    <p:sldId id="354" r:id="rId49"/>
    <p:sldId id="319" r:id="rId50"/>
    <p:sldId id="36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57" r:id="rId63"/>
    <p:sldId id="334" r:id="rId64"/>
    <p:sldId id="335" r:id="rId65"/>
    <p:sldId id="336" r:id="rId66"/>
    <p:sldId id="337" r:id="rId67"/>
    <p:sldId id="338" r:id="rId68"/>
    <p:sldId id="332" r:id="rId69"/>
    <p:sldId id="339" r:id="rId70"/>
    <p:sldId id="340" r:id="rId71"/>
    <p:sldId id="333" r:id="rId72"/>
    <p:sldId id="341" r:id="rId73"/>
    <p:sldId id="342" r:id="rId74"/>
    <p:sldId id="344" r:id="rId75"/>
    <p:sldId id="345" r:id="rId76"/>
    <p:sldId id="296" r:id="rId77"/>
    <p:sldId id="346" r:id="rId78"/>
    <p:sldId id="364" r:id="rId79"/>
    <p:sldId id="349" r:id="rId80"/>
    <p:sldId id="350" r:id="rId81"/>
    <p:sldId id="352" r:id="rId82"/>
    <p:sldId id="351" r:id="rId83"/>
  </p:sldIdLst>
  <p:sldSz cx="18288000" cy="9209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07EC6AB9-3126-6746-A2FD-1F6331B8EC27}">
          <p14:sldIdLst>
            <p14:sldId id="365"/>
            <p14:sldId id="369"/>
            <p14:sldId id="376"/>
            <p14:sldId id="371"/>
            <p14:sldId id="372"/>
            <p14:sldId id="374"/>
            <p14:sldId id="373"/>
            <p14:sldId id="379"/>
            <p14:sldId id="368"/>
          </p14:sldIdLst>
        </p14:section>
        <p14:section name="All Slides" id="{0ECB78B0-F280-7E47-A80F-475697686186}">
          <p14:sldIdLst>
            <p14:sldId id="257"/>
            <p14:sldId id="301"/>
            <p14:sldId id="298"/>
            <p14:sldId id="299"/>
            <p14:sldId id="300"/>
            <p14:sldId id="303"/>
            <p14:sldId id="304"/>
            <p14:sldId id="305"/>
            <p14:sldId id="302"/>
            <p14:sldId id="306"/>
            <p14:sldId id="307"/>
            <p14:sldId id="308"/>
            <p14:sldId id="353"/>
            <p14:sldId id="356"/>
            <p14:sldId id="291"/>
            <p14:sldId id="309"/>
            <p14:sldId id="292"/>
            <p14:sldId id="310"/>
            <p14:sldId id="293"/>
            <p14:sldId id="313"/>
            <p14:sldId id="314"/>
            <p14:sldId id="355"/>
            <p14:sldId id="315"/>
            <p14:sldId id="316"/>
            <p14:sldId id="317"/>
            <p14:sldId id="318"/>
            <p14:sldId id="311"/>
            <p14:sldId id="312"/>
            <p14:sldId id="362"/>
            <p14:sldId id="358"/>
            <p14:sldId id="361"/>
            <p14:sldId id="343"/>
            <p14:sldId id="348"/>
            <p14:sldId id="320"/>
            <p14:sldId id="359"/>
            <p14:sldId id="354"/>
            <p14:sldId id="319"/>
            <p14:sldId id="36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57"/>
            <p14:sldId id="334"/>
            <p14:sldId id="335"/>
            <p14:sldId id="336"/>
            <p14:sldId id="337"/>
            <p14:sldId id="338"/>
            <p14:sldId id="332"/>
            <p14:sldId id="339"/>
            <p14:sldId id="340"/>
            <p14:sldId id="333"/>
            <p14:sldId id="341"/>
            <p14:sldId id="342"/>
            <p14:sldId id="344"/>
            <p14:sldId id="345"/>
            <p14:sldId id="296"/>
            <p14:sldId id="346"/>
            <p14:sldId id="364"/>
            <p14:sldId id="349"/>
            <p14:sldId id="350"/>
            <p14:sldId id="352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78" userDrawn="1">
          <p15:clr>
            <a:srgbClr val="A4A3A4"/>
          </p15:clr>
        </p15:guide>
        <p15:guide id="2" pos="57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C10"/>
    <a:srgbClr val="792A8C"/>
    <a:srgbClr val="04020E"/>
    <a:srgbClr val="101018"/>
    <a:srgbClr val="1B1E21"/>
    <a:srgbClr val="272A2E"/>
    <a:srgbClr val="2F2B35"/>
    <a:srgbClr val="272A2D"/>
    <a:srgbClr val="1A1722"/>
    <a:srgbClr val="0609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3FA1C-1F66-2398-6B11-DC928254C940}" v="108" dt="2026-02-07T16:26:45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9"/>
    <p:restoredTop sz="94544"/>
  </p:normalViewPr>
  <p:slideViewPr>
    <p:cSldViewPr snapToGrid="0" showGuides="1">
      <p:cViewPr varScale="1">
        <p:scale>
          <a:sx n="147" d="100"/>
          <a:sy n="147" d="100"/>
        </p:scale>
        <p:origin x="880" y="208"/>
      </p:cViewPr>
      <p:guideLst>
        <p:guide orient="horz" pos="2878"/>
        <p:guide pos="57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notesMaster" Target="notesMasters/notesMaster1.xml"/><Relationship Id="rId89" Type="http://schemas.microsoft.com/office/2015/10/relationships/revisionInfo" Target="revisionInfo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99751E-C9C0-104B-8D4E-DE34B69AEB09}" type="doc">
      <dgm:prSet loTypeId="urn:microsoft.com/office/officeart/2005/8/layout/hList6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C7292D68-78D7-BE4A-8005-EA5EF73246DC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90000"/>
            </a:lnSpc>
            <a:buNone/>
          </a:pPr>
          <a:r>
            <a:rPr lang="en-GB" sz="2800" b="1" spc="140" baseline="0" dirty="0"/>
            <a:t>PEOPLE</a:t>
          </a:r>
        </a:p>
      </dgm:t>
    </dgm:pt>
    <dgm:pt modelId="{86EAE89C-0416-1D40-81BF-E32450D083BC}" type="parTrans" cxnId="{C21B596F-BB08-4D4D-B5C8-F4A186BBF6EA}">
      <dgm:prSet/>
      <dgm:spPr/>
      <dgm:t>
        <a:bodyPr/>
        <a:lstStyle/>
        <a:p>
          <a:endParaRPr lang="en-GB"/>
        </a:p>
      </dgm:t>
    </dgm:pt>
    <dgm:pt modelId="{4F0D41F3-2AA2-2D41-84D8-B8A2EF0EAFA9}" type="sibTrans" cxnId="{C21B596F-BB08-4D4D-B5C8-F4A186BBF6EA}">
      <dgm:prSet/>
      <dgm:spPr/>
      <dgm:t>
        <a:bodyPr/>
        <a:lstStyle/>
        <a:p>
          <a:endParaRPr lang="en-GB"/>
        </a:p>
      </dgm:t>
    </dgm:pt>
    <dgm:pt modelId="{FEBB64E0-6EEA-554D-BF5A-718E1CB58FFD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130000"/>
            </a:lnSpc>
            <a:buNone/>
          </a:pPr>
          <a:r>
            <a:rPr lang="en-GB" sz="2400" spc="140" baseline="0" dirty="0"/>
            <a:t>Number of people</a:t>
          </a:r>
        </a:p>
      </dgm:t>
    </dgm:pt>
    <dgm:pt modelId="{24E2ED35-EF44-CD45-A7C1-633EFBBA7438}" type="parTrans" cxnId="{E0AD7E6B-AAA0-F444-ADD3-39AF23B6F7FC}">
      <dgm:prSet/>
      <dgm:spPr/>
      <dgm:t>
        <a:bodyPr/>
        <a:lstStyle/>
        <a:p>
          <a:endParaRPr lang="en-GB"/>
        </a:p>
      </dgm:t>
    </dgm:pt>
    <dgm:pt modelId="{FCEB2352-C579-B149-8116-322E8216290D}" type="sibTrans" cxnId="{E0AD7E6B-AAA0-F444-ADD3-39AF23B6F7FC}">
      <dgm:prSet/>
      <dgm:spPr/>
      <dgm:t>
        <a:bodyPr/>
        <a:lstStyle/>
        <a:p>
          <a:endParaRPr lang="en-GB"/>
        </a:p>
      </dgm:t>
    </dgm:pt>
    <dgm:pt modelId="{10A21993-1E9D-AD44-AB0D-0CCE3C5A6F0D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130000"/>
            </a:lnSpc>
            <a:buNone/>
          </a:pPr>
          <a:r>
            <a:rPr lang="en-GB" sz="2400" spc="140" baseline="0" dirty="0"/>
            <a:t>Number of teams</a:t>
          </a:r>
        </a:p>
      </dgm:t>
    </dgm:pt>
    <dgm:pt modelId="{31474C7A-ECE6-E647-A245-43F9C7A57E82}" type="parTrans" cxnId="{A567A63C-CE0A-DD4B-9DEE-FF775E33236C}">
      <dgm:prSet/>
      <dgm:spPr/>
      <dgm:t>
        <a:bodyPr/>
        <a:lstStyle/>
        <a:p>
          <a:endParaRPr lang="en-GB"/>
        </a:p>
      </dgm:t>
    </dgm:pt>
    <dgm:pt modelId="{DF524229-455D-D842-9DDF-21AFDF3A88BE}" type="sibTrans" cxnId="{A567A63C-CE0A-DD4B-9DEE-FF775E33236C}">
      <dgm:prSet/>
      <dgm:spPr/>
      <dgm:t>
        <a:bodyPr/>
        <a:lstStyle/>
        <a:p>
          <a:endParaRPr lang="en-GB"/>
        </a:p>
      </dgm:t>
    </dgm:pt>
    <dgm:pt modelId="{CB6D827A-7757-9548-B965-431B267344C7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0"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TECHNOLOGY</a:t>
          </a:r>
        </a:p>
      </dgm:t>
    </dgm:pt>
    <dgm:pt modelId="{2B6CB0F2-B045-174B-81F7-D9BE46847943}" type="parTrans" cxnId="{11FC85ED-2F17-AB4F-97D2-6EE67FADC9AE}">
      <dgm:prSet/>
      <dgm:spPr/>
      <dgm:t>
        <a:bodyPr/>
        <a:lstStyle/>
        <a:p>
          <a:endParaRPr lang="en-GB"/>
        </a:p>
      </dgm:t>
    </dgm:pt>
    <dgm:pt modelId="{45C73CCE-8D28-244D-8D80-43D0C92BE7AB}" type="sibTrans" cxnId="{11FC85ED-2F17-AB4F-97D2-6EE67FADC9AE}">
      <dgm:prSet/>
      <dgm:spPr/>
      <dgm:t>
        <a:bodyPr/>
        <a:lstStyle/>
        <a:p>
          <a:endParaRPr lang="en-GB"/>
        </a:p>
      </dgm:t>
    </dgm:pt>
    <dgm:pt modelId="{D147EC08-E5C5-F344-A192-917F6DC69D93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Maturity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</dgm:t>
    </dgm:pt>
    <dgm:pt modelId="{F776C75A-4751-2049-B842-D4269127888D}" type="parTrans" cxnId="{1B6D9544-8E75-FA4E-89F1-0AD40F407B99}">
      <dgm:prSet/>
      <dgm:spPr/>
      <dgm:t>
        <a:bodyPr/>
        <a:lstStyle/>
        <a:p>
          <a:endParaRPr lang="en-GB"/>
        </a:p>
      </dgm:t>
    </dgm:pt>
    <dgm:pt modelId="{060A7D30-4452-A44F-97E6-88BE6E90D128}" type="sibTrans" cxnId="{1B6D9544-8E75-FA4E-89F1-0AD40F407B99}">
      <dgm:prSet/>
      <dgm:spPr/>
      <dgm:t>
        <a:bodyPr/>
        <a:lstStyle/>
        <a:p>
          <a:endParaRPr lang="en-GB"/>
        </a:p>
      </dgm:t>
    </dgm:pt>
    <dgm:pt modelId="{9C3F35EB-30FA-A741-966F-4E847DEA3A81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Automation level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</dgm:t>
    </dgm:pt>
    <dgm:pt modelId="{B6375513-396D-C842-99BA-6CE5441549B5}" type="parTrans" cxnId="{C54C280D-3962-8646-9B23-04AE0A419417}">
      <dgm:prSet/>
      <dgm:spPr/>
      <dgm:t>
        <a:bodyPr/>
        <a:lstStyle/>
        <a:p>
          <a:endParaRPr lang="en-GB"/>
        </a:p>
      </dgm:t>
    </dgm:pt>
    <dgm:pt modelId="{E34A419F-FFF3-B74E-A4E5-5FFF35B492B8}" type="sibTrans" cxnId="{C54C280D-3962-8646-9B23-04AE0A419417}">
      <dgm:prSet/>
      <dgm:spPr/>
      <dgm:t>
        <a:bodyPr/>
        <a:lstStyle/>
        <a:p>
          <a:endParaRPr lang="en-GB"/>
        </a:p>
      </dgm:t>
    </dgm:pt>
    <dgm:pt modelId="{C8009ED5-AB61-494B-8AE1-BE9524B70A72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130000"/>
            </a:lnSpc>
            <a:buNone/>
          </a:pPr>
          <a:r>
            <a:rPr lang="en-GB" sz="2400" spc="140" baseline="0" dirty="0"/>
            <a:t>Skills</a:t>
          </a:r>
        </a:p>
      </dgm:t>
    </dgm:pt>
    <dgm:pt modelId="{02C1DFA3-73C2-AC42-9A8F-50FDB3404558}" type="parTrans" cxnId="{F217A49F-46D0-9D40-8A53-8EA79093FA22}">
      <dgm:prSet/>
      <dgm:spPr/>
      <dgm:t>
        <a:bodyPr/>
        <a:lstStyle/>
        <a:p>
          <a:endParaRPr lang="en-GB"/>
        </a:p>
      </dgm:t>
    </dgm:pt>
    <dgm:pt modelId="{63EF56F7-BC02-C143-8CAD-57E25EC50949}" type="sibTrans" cxnId="{F217A49F-46D0-9D40-8A53-8EA79093FA22}">
      <dgm:prSet/>
      <dgm:spPr/>
      <dgm:t>
        <a:bodyPr/>
        <a:lstStyle/>
        <a:p>
          <a:endParaRPr lang="en-GB"/>
        </a:p>
      </dgm:t>
    </dgm:pt>
    <dgm:pt modelId="{58915200-C008-C744-8D3E-560168FFA1B0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130000"/>
            </a:lnSpc>
            <a:buNone/>
          </a:pPr>
          <a:r>
            <a:rPr lang="en-GB" sz="2400" spc="140" baseline="0" dirty="0"/>
            <a:t>Org structure</a:t>
          </a:r>
        </a:p>
      </dgm:t>
    </dgm:pt>
    <dgm:pt modelId="{BBD41683-F143-FA44-8951-F8982B579794}" type="parTrans" cxnId="{B4869DD8-B473-0C40-B494-CCD5BE638A99}">
      <dgm:prSet/>
      <dgm:spPr/>
      <dgm:t>
        <a:bodyPr/>
        <a:lstStyle/>
        <a:p>
          <a:endParaRPr lang="en-GB"/>
        </a:p>
      </dgm:t>
    </dgm:pt>
    <dgm:pt modelId="{A66FD1B7-92DE-A64E-BC10-8847F957ABC2}" type="sibTrans" cxnId="{B4869DD8-B473-0C40-B494-CCD5BE638A99}">
      <dgm:prSet/>
      <dgm:spPr/>
      <dgm:t>
        <a:bodyPr/>
        <a:lstStyle/>
        <a:p>
          <a:endParaRPr lang="en-GB"/>
        </a:p>
      </dgm:t>
    </dgm:pt>
    <dgm:pt modelId="{E456117B-E099-D140-B123-B79AE144484D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Tech stack</a:t>
          </a:r>
        </a:p>
      </dgm:t>
    </dgm:pt>
    <dgm:pt modelId="{AC3BB33C-09EB-7C44-8FD5-60A5EBFB45F1}" type="parTrans" cxnId="{B9C6FCB1-AED7-4843-B112-D609D87DBEF1}">
      <dgm:prSet/>
      <dgm:spPr/>
      <dgm:t>
        <a:bodyPr/>
        <a:lstStyle/>
        <a:p>
          <a:endParaRPr lang="en-GB"/>
        </a:p>
      </dgm:t>
    </dgm:pt>
    <dgm:pt modelId="{2F94F56A-3D21-CE43-BDF8-429D9A302423}" type="sibTrans" cxnId="{B9C6FCB1-AED7-4843-B112-D609D87DBEF1}">
      <dgm:prSet/>
      <dgm:spPr/>
      <dgm:t>
        <a:bodyPr/>
        <a:lstStyle/>
        <a:p>
          <a:endParaRPr lang="en-GB"/>
        </a:p>
      </dgm:t>
    </dgm:pt>
    <dgm:pt modelId="{3382972F-8F6C-B14F-B1B7-1CC9F299A214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Business</a:t>
          </a:r>
        </a:p>
      </dgm:t>
    </dgm:pt>
    <dgm:pt modelId="{6C78C949-5BDD-5B40-8A18-2B4A9A0FCC7E}" type="parTrans" cxnId="{9AF6AF54-9817-1541-9F8B-D1C06D02F316}">
      <dgm:prSet/>
      <dgm:spPr/>
      <dgm:t>
        <a:bodyPr/>
        <a:lstStyle/>
        <a:p>
          <a:endParaRPr lang="en-GB"/>
        </a:p>
      </dgm:t>
    </dgm:pt>
    <dgm:pt modelId="{634CCBEE-8FD5-D34D-A3F8-1C72F215ACBA}" type="sibTrans" cxnId="{9AF6AF54-9817-1541-9F8B-D1C06D02F316}">
      <dgm:prSet/>
      <dgm:spPr/>
      <dgm:t>
        <a:bodyPr/>
        <a:lstStyle/>
        <a:p>
          <a:endParaRPr lang="en-GB"/>
        </a:p>
      </dgm:t>
    </dgm:pt>
    <dgm:pt modelId="{30A98F0A-19D4-D54D-8A41-4ED89937D029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0"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CULTURE</a:t>
          </a:r>
        </a:p>
      </dgm:t>
    </dgm:pt>
    <dgm:pt modelId="{5F14E20D-1084-F342-808A-AAF3B069E04C}" type="sibTrans" cxnId="{B2440FC7-5DC9-804E-8B4C-74159CB2B577}">
      <dgm:prSet/>
      <dgm:spPr/>
      <dgm:t>
        <a:bodyPr/>
        <a:lstStyle/>
        <a:p>
          <a:endParaRPr lang="en-GB"/>
        </a:p>
      </dgm:t>
    </dgm:pt>
    <dgm:pt modelId="{860D0BA1-0DBF-924C-A89F-30CE3664F76F}" type="parTrans" cxnId="{B2440FC7-5DC9-804E-8B4C-74159CB2B577}">
      <dgm:prSet/>
      <dgm:spPr/>
      <dgm:t>
        <a:bodyPr/>
        <a:lstStyle/>
        <a:p>
          <a:endParaRPr lang="en-GB"/>
        </a:p>
      </dgm:t>
    </dgm:pt>
    <dgm:pt modelId="{FE25D5ED-676F-1C40-A104-B9D6950E1964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Mindset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</dgm:t>
    </dgm:pt>
    <dgm:pt modelId="{F3CA76C5-C96F-BA4D-9EF3-BDA64AD75B37}" type="sibTrans" cxnId="{2508A9BF-023C-A243-A62A-F5743EE7B138}">
      <dgm:prSet/>
      <dgm:spPr/>
      <dgm:t>
        <a:bodyPr/>
        <a:lstStyle/>
        <a:p>
          <a:endParaRPr lang="en-GB"/>
        </a:p>
      </dgm:t>
    </dgm:pt>
    <dgm:pt modelId="{6099ED11-88B8-144E-9B00-8F8DE888A7AB}" type="parTrans" cxnId="{2508A9BF-023C-A243-A62A-F5743EE7B138}">
      <dgm:prSet/>
      <dgm:spPr/>
      <dgm:t>
        <a:bodyPr/>
        <a:lstStyle/>
        <a:p>
          <a:endParaRPr lang="en-GB"/>
        </a:p>
      </dgm:t>
    </dgm:pt>
    <dgm:pt modelId="{4BA57F5D-4A5D-EC45-ABF2-F41D07FC13CD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Passion</a:t>
          </a:r>
        </a:p>
      </dgm:t>
    </dgm:pt>
    <dgm:pt modelId="{82C228A2-8A54-2943-9137-EE6E557355B9}" type="sibTrans" cxnId="{E307A9B5-9C3A-EB44-B73D-DA0C46FC9DF9}">
      <dgm:prSet/>
      <dgm:spPr/>
      <dgm:t>
        <a:bodyPr/>
        <a:lstStyle/>
        <a:p>
          <a:endParaRPr lang="en-GB"/>
        </a:p>
      </dgm:t>
    </dgm:pt>
    <dgm:pt modelId="{087755C1-956E-4841-A41D-8AB3267065A9}" type="parTrans" cxnId="{E307A9B5-9C3A-EB44-B73D-DA0C46FC9DF9}">
      <dgm:prSet/>
      <dgm:spPr/>
      <dgm:t>
        <a:bodyPr/>
        <a:lstStyle/>
        <a:p>
          <a:endParaRPr lang="en-GB"/>
        </a:p>
      </dgm:t>
    </dgm:pt>
    <dgm:pt modelId="{89830D77-3E91-0544-AB66-8919988B55D7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Values</a:t>
          </a:r>
        </a:p>
      </dgm:t>
    </dgm:pt>
    <dgm:pt modelId="{F756F0CD-A733-254A-AB7E-DE08C19E3DAF}" type="sibTrans" cxnId="{46667570-D3D6-9645-9938-42A820443B9C}">
      <dgm:prSet/>
      <dgm:spPr/>
      <dgm:t>
        <a:bodyPr/>
        <a:lstStyle/>
        <a:p>
          <a:endParaRPr lang="en-GB"/>
        </a:p>
      </dgm:t>
    </dgm:pt>
    <dgm:pt modelId="{5C0C52FD-39EB-D947-ADA5-7F805A02EBA9}" type="parTrans" cxnId="{46667570-D3D6-9645-9938-42A820443B9C}">
      <dgm:prSet/>
      <dgm:spPr/>
      <dgm:t>
        <a:bodyPr/>
        <a:lstStyle/>
        <a:p>
          <a:endParaRPr lang="en-GB"/>
        </a:p>
      </dgm:t>
    </dgm:pt>
    <dgm:pt modelId="{C62F0AC3-9710-DD40-BA26-E534A7F93E40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Leadership</a:t>
          </a:r>
        </a:p>
      </dgm:t>
    </dgm:pt>
    <dgm:pt modelId="{EF6501AF-C044-9245-BC08-240B33E6E76A}" type="sibTrans" cxnId="{40C2AEAA-D1B0-9948-917F-6BA9AF64B7AF}">
      <dgm:prSet/>
      <dgm:spPr/>
      <dgm:t>
        <a:bodyPr/>
        <a:lstStyle/>
        <a:p>
          <a:endParaRPr lang="en-GB"/>
        </a:p>
      </dgm:t>
    </dgm:pt>
    <dgm:pt modelId="{2F88B823-F96C-2C45-A595-F63A3BC99A36}" type="parTrans" cxnId="{40C2AEAA-D1B0-9948-917F-6BA9AF64B7AF}">
      <dgm:prSet/>
      <dgm:spPr/>
      <dgm:t>
        <a:bodyPr/>
        <a:lstStyle/>
        <a:p>
          <a:endParaRPr lang="en-GB"/>
        </a:p>
      </dgm:t>
    </dgm:pt>
    <dgm:pt modelId="{215DE28E-CFBA-5440-A177-0B7DA709D024}" type="pres">
      <dgm:prSet presAssocID="{8899751E-C9C0-104B-8D4E-DE34B69AEB09}" presName="Name0" presStyleCnt="0">
        <dgm:presLayoutVars>
          <dgm:dir/>
          <dgm:resizeHandles val="exact"/>
        </dgm:presLayoutVars>
      </dgm:prSet>
      <dgm:spPr/>
    </dgm:pt>
    <dgm:pt modelId="{B0C9DFA3-8614-3F45-9A4E-77AFD25F4C99}" type="pres">
      <dgm:prSet presAssocID="{C7292D68-78D7-BE4A-8005-EA5EF73246DC}" presName="node" presStyleLbl="node1" presStyleIdx="0" presStyleCnt="3">
        <dgm:presLayoutVars>
          <dgm:bulletEnabled val="1"/>
        </dgm:presLayoutVars>
      </dgm:prSet>
      <dgm:spPr/>
    </dgm:pt>
    <dgm:pt modelId="{FB327804-C26D-A04E-AAD6-9096CE3154EF}" type="pres">
      <dgm:prSet presAssocID="{4F0D41F3-2AA2-2D41-84D8-B8A2EF0EAFA9}" presName="sibTrans" presStyleCnt="0"/>
      <dgm:spPr/>
    </dgm:pt>
    <dgm:pt modelId="{3A3E1459-ABFD-8849-B628-99733592EB1D}" type="pres">
      <dgm:prSet presAssocID="{CB6D827A-7757-9548-B965-431B267344C7}" presName="node" presStyleLbl="node1" presStyleIdx="1" presStyleCnt="3">
        <dgm:presLayoutVars>
          <dgm:bulletEnabled val="1"/>
        </dgm:presLayoutVars>
      </dgm:prSet>
      <dgm:spPr/>
    </dgm:pt>
    <dgm:pt modelId="{8A48C3B5-02FE-D244-8A98-59D989B31EE9}" type="pres">
      <dgm:prSet presAssocID="{45C73CCE-8D28-244D-8D80-43D0C92BE7AB}" presName="sibTrans" presStyleCnt="0"/>
      <dgm:spPr/>
    </dgm:pt>
    <dgm:pt modelId="{37FAF1AF-3604-224B-B1EE-CB1B7037C5F6}" type="pres">
      <dgm:prSet presAssocID="{30A98F0A-19D4-D54D-8A41-4ED89937D029}" presName="node" presStyleLbl="node1" presStyleIdx="2" presStyleCnt="3">
        <dgm:presLayoutVars>
          <dgm:bulletEnabled val="1"/>
        </dgm:presLayoutVars>
      </dgm:prSet>
      <dgm:spPr/>
    </dgm:pt>
  </dgm:ptLst>
  <dgm:cxnLst>
    <dgm:cxn modelId="{C54C280D-3962-8646-9B23-04AE0A419417}" srcId="{CB6D827A-7757-9548-B965-431B267344C7}" destId="{9C3F35EB-30FA-A741-966F-4E847DEA3A81}" srcOrd="1" destOrd="0" parTransId="{B6375513-396D-C842-99BA-6CE5441549B5}" sibTransId="{E34A419F-FFF3-B74E-A4E5-5FFF35B492B8}"/>
    <dgm:cxn modelId="{8548DB19-5C70-9D45-B4F9-EC955555053B}" type="presOf" srcId="{FEBB64E0-6EEA-554D-BF5A-718E1CB58FFD}" destId="{B0C9DFA3-8614-3F45-9A4E-77AFD25F4C99}" srcOrd="0" destOrd="1" presId="urn:microsoft.com/office/officeart/2005/8/layout/hList6"/>
    <dgm:cxn modelId="{8955F71A-CA36-854A-9545-E55FE889BFDE}" type="presOf" srcId="{30A98F0A-19D4-D54D-8A41-4ED89937D029}" destId="{37FAF1AF-3604-224B-B1EE-CB1B7037C5F6}" srcOrd="0" destOrd="0" presId="urn:microsoft.com/office/officeart/2005/8/layout/hList6"/>
    <dgm:cxn modelId="{8E29AF2A-1875-5B40-AE8F-410D55C5278A}" type="presOf" srcId="{9C3F35EB-30FA-A741-966F-4E847DEA3A81}" destId="{3A3E1459-ABFD-8849-B628-99733592EB1D}" srcOrd="0" destOrd="2" presId="urn:microsoft.com/office/officeart/2005/8/layout/hList6"/>
    <dgm:cxn modelId="{4F3D352C-B0D3-6945-8802-8755149DAB6F}" type="presOf" srcId="{58915200-C008-C744-8D3E-560168FFA1B0}" destId="{B0C9DFA3-8614-3F45-9A4E-77AFD25F4C99}" srcOrd="0" destOrd="4" presId="urn:microsoft.com/office/officeart/2005/8/layout/hList6"/>
    <dgm:cxn modelId="{4EE8262F-44A4-DE47-9D12-FF576DA18F66}" type="presOf" srcId="{C8009ED5-AB61-494B-8AE1-BE9524B70A72}" destId="{B0C9DFA3-8614-3F45-9A4E-77AFD25F4C99}" srcOrd="0" destOrd="3" presId="urn:microsoft.com/office/officeart/2005/8/layout/hList6"/>
    <dgm:cxn modelId="{A567A63C-CE0A-DD4B-9DEE-FF775E33236C}" srcId="{C7292D68-78D7-BE4A-8005-EA5EF73246DC}" destId="{10A21993-1E9D-AD44-AB0D-0CCE3C5A6F0D}" srcOrd="1" destOrd="0" parTransId="{31474C7A-ECE6-E647-A245-43F9C7A57E82}" sibTransId="{DF524229-455D-D842-9DDF-21AFDF3A88BE}"/>
    <dgm:cxn modelId="{1B6D9544-8E75-FA4E-89F1-0AD40F407B99}" srcId="{CB6D827A-7757-9548-B965-431B267344C7}" destId="{D147EC08-E5C5-F344-A192-917F6DC69D93}" srcOrd="0" destOrd="0" parTransId="{F776C75A-4751-2049-B842-D4269127888D}" sibTransId="{060A7D30-4452-A44F-97E6-88BE6E90D128}"/>
    <dgm:cxn modelId="{08A21545-0FC1-BD45-8089-69D07AD982A0}" type="presOf" srcId="{D147EC08-E5C5-F344-A192-917F6DC69D93}" destId="{3A3E1459-ABFD-8849-B628-99733592EB1D}" srcOrd="0" destOrd="1" presId="urn:microsoft.com/office/officeart/2005/8/layout/hList6"/>
    <dgm:cxn modelId="{9AF6AF54-9817-1541-9F8B-D1C06D02F316}" srcId="{CB6D827A-7757-9548-B965-431B267344C7}" destId="{3382972F-8F6C-B14F-B1B7-1CC9F299A214}" srcOrd="3" destOrd="0" parTransId="{6C78C949-5BDD-5B40-8A18-2B4A9A0FCC7E}" sibTransId="{634CCBEE-8FD5-D34D-A3F8-1C72F215ACBA}"/>
    <dgm:cxn modelId="{38EFFC57-A046-3749-AA8F-FF9360E0E1B7}" type="presOf" srcId="{4BA57F5D-4A5D-EC45-ABF2-F41D07FC13CD}" destId="{37FAF1AF-3604-224B-B1EE-CB1B7037C5F6}" srcOrd="0" destOrd="2" presId="urn:microsoft.com/office/officeart/2005/8/layout/hList6"/>
    <dgm:cxn modelId="{451BDA5D-9161-9040-AF84-18CCBB85DC33}" type="presOf" srcId="{E456117B-E099-D140-B123-B79AE144484D}" destId="{3A3E1459-ABFD-8849-B628-99733592EB1D}" srcOrd="0" destOrd="3" presId="urn:microsoft.com/office/officeart/2005/8/layout/hList6"/>
    <dgm:cxn modelId="{E0AD7E6B-AAA0-F444-ADD3-39AF23B6F7FC}" srcId="{C7292D68-78D7-BE4A-8005-EA5EF73246DC}" destId="{FEBB64E0-6EEA-554D-BF5A-718E1CB58FFD}" srcOrd="0" destOrd="0" parTransId="{24E2ED35-EF44-CD45-A7C1-633EFBBA7438}" sibTransId="{FCEB2352-C579-B149-8116-322E8216290D}"/>
    <dgm:cxn modelId="{B729EE6E-5F49-3F4E-A8D3-51DF377436F3}" type="presOf" srcId="{10A21993-1E9D-AD44-AB0D-0CCE3C5A6F0D}" destId="{B0C9DFA3-8614-3F45-9A4E-77AFD25F4C99}" srcOrd="0" destOrd="2" presId="urn:microsoft.com/office/officeart/2005/8/layout/hList6"/>
    <dgm:cxn modelId="{C21B596F-BB08-4D4D-B5C8-F4A186BBF6EA}" srcId="{8899751E-C9C0-104B-8D4E-DE34B69AEB09}" destId="{C7292D68-78D7-BE4A-8005-EA5EF73246DC}" srcOrd="0" destOrd="0" parTransId="{86EAE89C-0416-1D40-81BF-E32450D083BC}" sibTransId="{4F0D41F3-2AA2-2D41-84D8-B8A2EF0EAFA9}"/>
    <dgm:cxn modelId="{46667570-D3D6-9645-9938-42A820443B9C}" srcId="{30A98F0A-19D4-D54D-8A41-4ED89937D029}" destId="{89830D77-3E91-0544-AB66-8919988B55D7}" srcOrd="2" destOrd="0" parTransId="{5C0C52FD-39EB-D947-ADA5-7F805A02EBA9}" sibTransId="{F756F0CD-A733-254A-AB7E-DE08C19E3DAF}"/>
    <dgm:cxn modelId="{BB5E7574-4E40-7540-82D2-432F566BF12A}" type="presOf" srcId="{FE25D5ED-676F-1C40-A104-B9D6950E1964}" destId="{37FAF1AF-3604-224B-B1EE-CB1B7037C5F6}" srcOrd="0" destOrd="1" presId="urn:microsoft.com/office/officeart/2005/8/layout/hList6"/>
    <dgm:cxn modelId="{77BE6C87-653D-5E47-B3CC-D0B7B13D4C77}" type="presOf" srcId="{CB6D827A-7757-9548-B965-431B267344C7}" destId="{3A3E1459-ABFD-8849-B628-99733592EB1D}" srcOrd="0" destOrd="0" presId="urn:microsoft.com/office/officeart/2005/8/layout/hList6"/>
    <dgm:cxn modelId="{B891119B-50DA-664E-B6ED-F54873B90C54}" type="presOf" srcId="{C7292D68-78D7-BE4A-8005-EA5EF73246DC}" destId="{B0C9DFA3-8614-3F45-9A4E-77AFD25F4C99}" srcOrd="0" destOrd="0" presId="urn:microsoft.com/office/officeart/2005/8/layout/hList6"/>
    <dgm:cxn modelId="{F217A49F-46D0-9D40-8A53-8EA79093FA22}" srcId="{C7292D68-78D7-BE4A-8005-EA5EF73246DC}" destId="{C8009ED5-AB61-494B-8AE1-BE9524B70A72}" srcOrd="2" destOrd="0" parTransId="{02C1DFA3-73C2-AC42-9A8F-50FDB3404558}" sibTransId="{63EF56F7-BC02-C143-8CAD-57E25EC50949}"/>
    <dgm:cxn modelId="{40C2AEAA-D1B0-9948-917F-6BA9AF64B7AF}" srcId="{30A98F0A-19D4-D54D-8A41-4ED89937D029}" destId="{C62F0AC3-9710-DD40-BA26-E534A7F93E40}" srcOrd="3" destOrd="0" parTransId="{2F88B823-F96C-2C45-A595-F63A3BC99A36}" sibTransId="{EF6501AF-C044-9245-BC08-240B33E6E76A}"/>
    <dgm:cxn modelId="{B9C6FCB1-AED7-4843-B112-D609D87DBEF1}" srcId="{CB6D827A-7757-9548-B965-431B267344C7}" destId="{E456117B-E099-D140-B123-B79AE144484D}" srcOrd="2" destOrd="0" parTransId="{AC3BB33C-09EB-7C44-8FD5-60A5EBFB45F1}" sibTransId="{2F94F56A-3D21-CE43-BDF8-429D9A302423}"/>
    <dgm:cxn modelId="{E307A9B5-9C3A-EB44-B73D-DA0C46FC9DF9}" srcId="{30A98F0A-19D4-D54D-8A41-4ED89937D029}" destId="{4BA57F5D-4A5D-EC45-ABF2-F41D07FC13CD}" srcOrd="1" destOrd="0" parTransId="{087755C1-956E-4841-A41D-8AB3267065A9}" sibTransId="{82C228A2-8A54-2943-9137-EE6E557355B9}"/>
    <dgm:cxn modelId="{2508A9BF-023C-A243-A62A-F5743EE7B138}" srcId="{30A98F0A-19D4-D54D-8A41-4ED89937D029}" destId="{FE25D5ED-676F-1C40-A104-B9D6950E1964}" srcOrd="0" destOrd="0" parTransId="{6099ED11-88B8-144E-9B00-8F8DE888A7AB}" sibTransId="{F3CA76C5-C96F-BA4D-9EF3-BDA64AD75B37}"/>
    <dgm:cxn modelId="{9D2BBCC5-3F1F-0F40-8EF7-133776762FD1}" type="presOf" srcId="{C62F0AC3-9710-DD40-BA26-E534A7F93E40}" destId="{37FAF1AF-3604-224B-B1EE-CB1B7037C5F6}" srcOrd="0" destOrd="4" presId="urn:microsoft.com/office/officeart/2005/8/layout/hList6"/>
    <dgm:cxn modelId="{B2440FC7-5DC9-804E-8B4C-74159CB2B577}" srcId="{8899751E-C9C0-104B-8D4E-DE34B69AEB09}" destId="{30A98F0A-19D4-D54D-8A41-4ED89937D029}" srcOrd="2" destOrd="0" parTransId="{860D0BA1-0DBF-924C-A89F-30CE3664F76F}" sibTransId="{5F14E20D-1084-F342-808A-AAF3B069E04C}"/>
    <dgm:cxn modelId="{1E1021C7-5AD5-2F4B-BFD4-D8E2959AB49C}" type="presOf" srcId="{3382972F-8F6C-B14F-B1B7-1CC9F299A214}" destId="{3A3E1459-ABFD-8849-B628-99733592EB1D}" srcOrd="0" destOrd="4" presId="urn:microsoft.com/office/officeart/2005/8/layout/hList6"/>
    <dgm:cxn modelId="{B4869DD8-B473-0C40-B494-CCD5BE638A99}" srcId="{C7292D68-78D7-BE4A-8005-EA5EF73246DC}" destId="{58915200-C008-C744-8D3E-560168FFA1B0}" srcOrd="3" destOrd="0" parTransId="{BBD41683-F143-FA44-8951-F8982B579794}" sibTransId="{A66FD1B7-92DE-A64E-BC10-8847F957ABC2}"/>
    <dgm:cxn modelId="{11FC85ED-2F17-AB4F-97D2-6EE67FADC9AE}" srcId="{8899751E-C9C0-104B-8D4E-DE34B69AEB09}" destId="{CB6D827A-7757-9548-B965-431B267344C7}" srcOrd="1" destOrd="0" parTransId="{2B6CB0F2-B045-174B-81F7-D9BE46847943}" sibTransId="{45C73CCE-8D28-244D-8D80-43D0C92BE7AB}"/>
    <dgm:cxn modelId="{9D3C12EE-16D2-714A-AB4E-D613DE3987A4}" type="presOf" srcId="{8899751E-C9C0-104B-8D4E-DE34B69AEB09}" destId="{215DE28E-CFBA-5440-A177-0B7DA709D024}" srcOrd="0" destOrd="0" presId="urn:microsoft.com/office/officeart/2005/8/layout/hList6"/>
    <dgm:cxn modelId="{C825AAFD-EF14-154B-9CEA-D5E7DFF78608}" type="presOf" srcId="{89830D77-3E91-0544-AB66-8919988B55D7}" destId="{37FAF1AF-3604-224B-B1EE-CB1B7037C5F6}" srcOrd="0" destOrd="3" presId="urn:microsoft.com/office/officeart/2005/8/layout/hList6"/>
    <dgm:cxn modelId="{21881EF6-0FE2-4547-82BC-8BDDEABFE9B4}" type="presParOf" srcId="{215DE28E-CFBA-5440-A177-0B7DA709D024}" destId="{B0C9DFA3-8614-3F45-9A4E-77AFD25F4C99}" srcOrd="0" destOrd="0" presId="urn:microsoft.com/office/officeart/2005/8/layout/hList6"/>
    <dgm:cxn modelId="{FCAEFC9C-3005-334D-B637-D3C99EA547A6}" type="presParOf" srcId="{215DE28E-CFBA-5440-A177-0B7DA709D024}" destId="{FB327804-C26D-A04E-AAD6-9096CE3154EF}" srcOrd="1" destOrd="0" presId="urn:microsoft.com/office/officeart/2005/8/layout/hList6"/>
    <dgm:cxn modelId="{F4B436C2-E21F-C846-96E5-304B0775D005}" type="presParOf" srcId="{215DE28E-CFBA-5440-A177-0B7DA709D024}" destId="{3A3E1459-ABFD-8849-B628-99733592EB1D}" srcOrd="2" destOrd="0" presId="urn:microsoft.com/office/officeart/2005/8/layout/hList6"/>
    <dgm:cxn modelId="{79A54F9B-1942-E54A-9F4A-1F64775D7E09}" type="presParOf" srcId="{215DE28E-CFBA-5440-A177-0B7DA709D024}" destId="{8A48C3B5-02FE-D244-8A98-59D989B31EE9}" srcOrd="3" destOrd="0" presId="urn:microsoft.com/office/officeart/2005/8/layout/hList6"/>
    <dgm:cxn modelId="{BF86A472-E07D-EC4A-94D4-CDC65C3CE154}" type="presParOf" srcId="{215DE28E-CFBA-5440-A177-0B7DA709D024}" destId="{37FAF1AF-3604-224B-B1EE-CB1B7037C5F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7C18C2-CFD5-F94B-A03D-046307692608}" type="doc">
      <dgm:prSet loTypeId="urn:microsoft.com/office/officeart/2005/8/layout/hProcess9" loCatId="" qsTypeId="urn:microsoft.com/office/officeart/2005/8/quickstyle/simple4" qsCatId="simple" csTypeId="urn:microsoft.com/office/officeart/2005/8/colors/accent3_2" csCatId="accent3" phldr="1"/>
      <dgm:spPr/>
    </dgm:pt>
    <dgm:pt modelId="{FD3C21B8-3CA9-0A42-B953-E5F7F77F18C9}">
      <dgm:prSet phldrT="[Text]" custT="1"/>
      <dgm:spPr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Create a culture of autonomy </a:t>
          </a:r>
        </a:p>
      </dgm:t>
    </dgm:pt>
    <dgm:pt modelId="{37AE0AF0-8A59-5E47-AF7A-575B85426E54}" type="parTrans" cxnId="{EA39C216-0426-A540-80A5-645DC27A1668}">
      <dgm:prSet/>
      <dgm:spPr/>
      <dgm:t>
        <a:bodyPr/>
        <a:lstStyle/>
        <a:p>
          <a:endParaRPr lang="en-GB"/>
        </a:p>
      </dgm:t>
    </dgm:pt>
    <dgm:pt modelId="{6F2C4577-33C3-D048-B173-0B0849E23FEE}" type="sibTrans" cxnId="{EA39C216-0426-A540-80A5-645DC27A1668}">
      <dgm:prSet/>
      <dgm:spPr/>
      <dgm:t>
        <a:bodyPr/>
        <a:lstStyle/>
        <a:p>
          <a:endParaRPr lang="en-GB"/>
        </a:p>
      </dgm:t>
    </dgm:pt>
    <dgm:pt modelId="{79879E9B-5D21-914B-BCB4-2334D129FEAB}">
      <dgm:prSet phldrT="[Text]" custT="1"/>
      <dgm:spPr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Fix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vulns early </a:t>
          </a:r>
        </a:p>
      </dgm:t>
    </dgm:pt>
    <dgm:pt modelId="{A2D43C37-00FE-C34D-B279-066EB04221C3}" type="parTrans" cxnId="{AD25242A-C66C-AF4D-8FF2-809225569AC8}">
      <dgm:prSet/>
      <dgm:spPr/>
      <dgm:t>
        <a:bodyPr/>
        <a:lstStyle/>
        <a:p>
          <a:endParaRPr lang="en-GB"/>
        </a:p>
      </dgm:t>
    </dgm:pt>
    <dgm:pt modelId="{B349EF6B-1229-6E43-B20A-B2B0BBFBE4FB}" type="sibTrans" cxnId="{AD25242A-C66C-AF4D-8FF2-809225569AC8}">
      <dgm:prSet/>
      <dgm:spPr/>
      <dgm:t>
        <a:bodyPr/>
        <a:lstStyle/>
        <a:p>
          <a:endParaRPr lang="en-GB"/>
        </a:p>
      </dgm:t>
    </dgm:pt>
    <dgm:pt modelId="{CB9C99C4-A616-504D-BA53-D9327271E1EA}">
      <dgm:prSet phldrT="[Text]" custT="1"/>
      <dgm:spPr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Deploy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faster </a:t>
          </a:r>
        </a:p>
      </dgm:t>
    </dgm:pt>
    <dgm:pt modelId="{F596650F-5FB1-5D4C-8032-DE2BF1E5C533}" type="parTrans" cxnId="{7903A95B-2E93-B048-B31B-2F21FD553609}">
      <dgm:prSet/>
      <dgm:spPr/>
      <dgm:t>
        <a:bodyPr/>
        <a:lstStyle/>
        <a:p>
          <a:endParaRPr lang="en-GB"/>
        </a:p>
      </dgm:t>
    </dgm:pt>
    <dgm:pt modelId="{B8B96957-4526-4D4F-9F3C-2E5833C55857}" type="sibTrans" cxnId="{7903A95B-2E93-B048-B31B-2F21FD553609}">
      <dgm:prSet/>
      <dgm:spPr/>
      <dgm:t>
        <a:bodyPr/>
        <a:lstStyle/>
        <a:p>
          <a:endParaRPr lang="en-GB"/>
        </a:p>
      </dgm:t>
    </dgm:pt>
    <dgm:pt modelId="{22120D95-01AC-A849-AD12-B50952054EB7}">
      <dgm:prSet custT="1"/>
      <dgm:spPr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Operate within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teams </a:t>
          </a:r>
        </a:p>
      </dgm:t>
    </dgm:pt>
    <dgm:pt modelId="{F1D8AFF2-0615-7644-A28A-ACA58F0FA02C}" type="parTrans" cxnId="{C5CC46CC-C24E-024E-8DC2-14042C30A47A}">
      <dgm:prSet/>
      <dgm:spPr/>
      <dgm:t>
        <a:bodyPr/>
        <a:lstStyle/>
        <a:p>
          <a:endParaRPr lang="en-GB"/>
        </a:p>
      </dgm:t>
    </dgm:pt>
    <dgm:pt modelId="{10471D8E-D504-924D-88EF-5F0BC1F82733}" type="sibTrans" cxnId="{C5CC46CC-C24E-024E-8DC2-14042C30A47A}">
      <dgm:prSet/>
      <dgm:spPr/>
      <dgm:t>
        <a:bodyPr/>
        <a:lstStyle/>
        <a:p>
          <a:endParaRPr lang="en-GB"/>
        </a:p>
      </dgm:t>
    </dgm:pt>
    <dgm:pt modelId="{E64DC59A-BEB5-FD4D-8562-78098F7B089D}" type="pres">
      <dgm:prSet presAssocID="{4F7C18C2-CFD5-F94B-A03D-046307692608}" presName="CompostProcess" presStyleCnt="0">
        <dgm:presLayoutVars>
          <dgm:dir/>
          <dgm:resizeHandles val="exact"/>
        </dgm:presLayoutVars>
      </dgm:prSet>
      <dgm:spPr/>
    </dgm:pt>
    <dgm:pt modelId="{6734EB1C-19F4-5C4F-871E-41DF6EB3DE5B}" type="pres">
      <dgm:prSet presAssocID="{4F7C18C2-CFD5-F94B-A03D-046307692608}" presName="arrow" presStyleLbl="bgShp" presStyleIdx="0" presStyleCnt="1" custLinFactNeighborX="2822" custLinFactNeighborY="331"/>
      <dgm:spPr>
        <a:noFill/>
        <a:ln w="88900">
          <a:solidFill>
            <a:schemeClr val="tx1"/>
          </a:solidFill>
        </a:ln>
      </dgm:spPr>
    </dgm:pt>
    <dgm:pt modelId="{FCDCE557-9853-A64C-9144-7EA13D9D54AA}" type="pres">
      <dgm:prSet presAssocID="{4F7C18C2-CFD5-F94B-A03D-046307692608}" presName="linearProcess" presStyleCnt="0"/>
      <dgm:spPr/>
    </dgm:pt>
    <dgm:pt modelId="{EC04A01F-D254-9248-ADB7-8333C8945C39}" type="pres">
      <dgm:prSet presAssocID="{FD3C21B8-3CA9-0A42-B953-E5F7F77F18C9}" presName="textNode" presStyleLbl="node1" presStyleIdx="0" presStyleCnt="4">
        <dgm:presLayoutVars>
          <dgm:bulletEnabled val="1"/>
        </dgm:presLayoutVars>
      </dgm:prSet>
      <dgm:spPr>
        <a:xfrm>
          <a:off x="4096" y="2174449"/>
          <a:ext cx="2661331" cy="2899266"/>
        </a:xfrm>
        <a:prstGeom prst="roundRect">
          <a:avLst/>
        </a:prstGeom>
      </dgm:spPr>
    </dgm:pt>
    <dgm:pt modelId="{4B678D62-9C3E-AD48-B45F-523B2EB6EF8D}" type="pres">
      <dgm:prSet presAssocID="{6F2C4577-33C3-D048-B173-0B0849E23FEE}" presName="sibTrans" presStyleCnt="0"/>
      <dgm:spPr/>
    </dgm:pt>
    <dgm:pt modelId="{B1136F7B-32BF-CC4E-AF77-9CA8471C8658}" type="pres">
      <dgm:prSet presAssocID="{79879E9B-5D21-914B-BCB4-2334D129FEAB}" presName="textNode" presStyleLbl="node1" presStyleIdx="1" presStyleCnt="4">
        <dgm:presLayoutVars>
          <dgm:bulletEnabled val="1"/>
        </dgm:presLayoutVars>
      </dgm:prSet>
      <dgm:spPr>
        <a:xfrm>
          <a:off x="3108982" y="2174449"/>
          <a:ext cx="2661331" cy="2899266"/>
        </a:xfrm>
        <a:prstGeom prst="roundRect">
          <a:avLst/>
        </a:prstGeom>
      </dgm:spPr>
    </dgm:pt>
    <dgm:pt modelId="{7C0F51EA-BF09-7243-BAA9-43A56BB5FEAD}" type="pres">
      <dgm:prSet presAssocID="{B349EF6B-1229-6E43-B20A-B2B0BBFBE4FB}" presName="sibTrans" presStyleCnt="0"/>
      <dgm:spPr/>
    </dgm:pt>
    <dgm:pt modelId="{3EAC4050-825D-0D48-8499-6A932A411978}" type="pres">
      <dgm:prSet presAssocID="{CB9C99C4-A616-504D-BA53-D9327271E1EA}" presName="textNode" presStyleLbl="node1" presStyleIdx="2" presStyleCnt="4">
        <dgm:presLayoutVars>
          <dgm:bulletEnabled val="1"/>
        </dgm:presLayoutVars>
      </dgm:prSet>
      <dgm:spPr>
        <a:xfrm>
          <a:off x="6213868" y="2174449"/>
          <a:ext cx="2661331" cy="2899266"/>
        </a:xfrm>
        <a:prstGeom prst="roundRect">
          <a:avLst/>
        </a:prstGeom>
      </dgm:spPr>
    </dgm:pt>
    <dgm:pt modelId="{9B0519D6-D9D8-1449-9CE3-220DF6A6A08C}" type="pres">
      <dgm:prSet presAssocID="{B8B96957-4526-4D4F-9F3C-2E5833C55857}" presName="sibTrans" presStyleCnt="0"/>
      <dgm:spPr/>
    </dgm:pt>
    <dgm:pt modelId="{93FE4E06-95B8-8240-851A-19D3F5FAF0CA}" type="pres">
      <dgm:prSet presAssocID="{22120D95-01AC-A849-AD12-B50952054EB7}" presName="textNode" presStyleLbl="node1" presStyleIdx="3" presStyleCnt="4">
        <dgm:presLayoutVars>
          <dgm:bulletEnabled val="1"/>
        </dgm:presLayoutVars>
      </dgm:prSet>
      <dgm:spPr>
        <a:xfrm>
          <a:off x="9318754" y="2174449"/>
          <a:ext cx="2661331" cy="2899266"/>
        </a:xfrm>
        <a:prstGeom prst="roundRect">
          <a:avLst/>
        </a:prstGeom>
      </dgm:spPr>
    </dgm:pt>
  </dgm:ptLst>
  <dgm:cxnLst>
    <dgm:cxn modelId="{EA39C216-0426-A540-80A5-645DC27A1668}" srcId="{4F7C18C2-CFD5-F94B-A03D-046307692608}" destId="{FD3C21B8-3CA9-0A42-B953-E5F7F77F18C9}" srcOrd="0" destOrd="0" parTransId="{37AE0AF0-8A59-5E47-AF7A-575B85426E54}" sibTransId="{6F2C4577-33C3-D048-B173-0B0849E23FEE}"/>
    <dgm:cxn modelId="{A7767019-9954-4046-A52A-81362D17215F}" type="presOf" srcId="{FD3C21B8-3CA9-0A42-B953-E5F7F77F18C9}" destId="{EC04A01F-D254-9248-ADB7-8333C8945C39}" srcOrd="0" destOrd="0" presId="urn:microsoft.com/office/officeart/2005/8/layout/hProcess9"/>
    <dgm:cxn modelId="{AD25242A-C66C-AF4D-8FF2-809225569AC8}" srcId="{4F7C18C2-CFD5-F94B-A03D-046307692608}" destId="{79879E9B-5D21-914B-BCB4-2334D129FEAB}" srcOrd="1" destOrd="0" parTransId="{A2D43C37-00FE-C34D-B279-066EB04221C3}" sibTransId="{B349EF6B-1229-6E43-B20A-B2B0BBFBE4FB}"/>
    <dgm:cxn modelId="{F6FDBB3E-0AC1-5747-9A4F-B917E2C73C15}" type="presOf" srcId="{4F7C18C2-CFD5-F94B-A03D-046307692608}" destId="{E64DC59A-BEB5-FD4D-8562-78098F7B089D}" srcOrd="0" destOrd="0" presId="urn:microsoft.com/office/officeart/2005/8/layout/hProcess9"/>
    <dgm:cxn modelId="{7903A95B-2E93-B048-B31B-2F21FD553609}" srcId="{4F7C18C2-CFD5-F94B-A03D-046307692608}" destId="{CB9C99C4-A616-504D-BA53-D9327271E1EA}" srcOrd="2" destOrd="0" parTransId="{F596650F-5FB1-5D4C-8032-DE2BF1E5C533}" sibTransId="{B8B96957-4526-4D4F-9F3C-2E5833C55857}"/>
    <dgm:cxn modelId="{AF9E166D-B9CB-5F44-A6D3-81522D68C080}" type="presOf" srcId="{79879E9B-5D21-914B-BCB4-2334D129FEAB}" destId="{B1136F7B-32BF-CC4E-AF77-9CA8471C8658}" srcOrd="0" destOrd="0" presId="urn:microsoft.com/office/officeart/2005/8/layout/hProcess9"/>
    <dgm:cxn modelId="{E3AE7082-69EF-FA4B-BDAB-DBE2F3AF6E6E}" type="presOf" srcId="{22120D95-01AC-A849-AD12-B50952054EB7}" destId="{93FE4E06-95B8-8240-851A-19D3F5FAF0CA}" srcOrd="0" destOrd="0" presId="urn:microsoft.com/office/officeart/2005/8/layout/hProcess9"/>
    <dgm:cxn modelId="{C5CC46CC-C24E-024E-8DC2-14042C30A47A}" srcId="{4F7C18C2-CFD5-F94B-A03D-046307692608}" destId="{22120D95-01AC-A849-AD12-B50952054EB7}" srcOrd="3" destOrd="0" parTransId="{F1D8AFF2-0615-7644-A28A-ACA58F0FA02C}" sibTransId="{10471D8E-D504-924D-88EF-5F0BC1F82733}"/>
    <dgm:cxn modelId="{A1F4F0D8-B593-4846-9B5C-C3412E1CCEB8}" type="presOf" srcId="{CB9C99C4-A616-504D-BA53-D9327271E1EA}" destId="{3EAC4050-825D-0D48-8499-6A932A411978}" srcOrd="0" destOrd="0" presId="urn:microsoft.com/office/officeart/2005/8/layout/hProcess9"/>
    <dgm:cxn modelId="{ED5AFD50-2B68-E442-AF16-3047F63066C1}" type="presParOf" srcId="{E64DC59A-BEB5-FD4D-8562-78098F7B089D}" destId="{6734EB1C-19F4-5C4F-871E-41DF6EB3DE5B}" srcOrd="0" destOrd="0" presId="urn:microsoft.com/office/officeart/2005/8/layout/hProcess9"/>
    <dgm:cxn modelId="{EFD8CF35-F8D9-8B4B-B3AF-3F0A6D3CBE0C}" type="presParOf" srcId="{E64DC59A-BEB5-FD4D-8562-78098F7B089D}" destId="{FCDCE557-9853-A64C-9144-7EA13D9D54AA}" srcOrd="1" destOrd="0" presId="urn:microsoft.com/office/officeart/2005/8/layout/hProcess9"/>
    <dgm:cxn modelId="{569EC10A-A40A-4D49-A086-EF2D7FB55E07}" type="presParOf" srcId="{FCDCE557-9853-A64C-9144-7EA13D9D54AA}" destId="{EC04A01F-D254-9248-ADB7-8333C8945C39}" srcOrd="0" destOrd="0" presId="urn:microsoft.com/office/officeart/2005/8/layout/hProcess9"/>
    <dgm:cxn modelId="{C9B12A5D-9630-044F-91DF-3A098EDD0A1F}" type="presParOf" srcId="{FCDCE557-9853-A64C-9144-7EA13D9D54AA}" destId="{4B678D62-9C3E-AD48-B45F-523B2EB6EF8D}" srcOrd="1" destOrd="0" presId="urn:microsoft.com/office/officeart/2005/8/layout/hProcess9"/>
    <dgm:cxn modelId="{D389D981-F96E-114B-BAF0-0FC53D980586}" type="presParOf" srcId="{FCDCE557-9853-A64C-9144-7EA13D9D54AA}" destId="{B1136F7B-32BF-CC4E-AF77-9CA8471C8658}" srcOrd="2" destOrd="0" presId="urn:microsoft.com/office/officeart/2005/8/layout/hProcess9"/>
    <dgm:cxn modelId="{CCF22103-F4FB-3A47-AD4F-F2B0274C9D40}" type="presParOf" srcId="{FCDCE557-9853-A64C-9144-7EA13D9D54AA}" destId="{7C0F51EA-BF09-7243-BAA9-43A56BB5FEAD}" srcOrd="3" destOrd="0" presId="urn:microsoft.com/office/officeart/2005/8/layout/hProcess9"/>
    <dgm:cxn modelId="{0345E683-5927-5C4D-9101-5E82640F0630}" type="presParOf" srcId="{FCDCE557-9853-A64C-9144-7EA13D9D54AA}" destId="{3EAC4050-825D-0D48-8499-6A932A411978}" srcOrd="4" destOrd="0" presId="urn:microsoft.com/office/officeart/2005/8/layout/hProcess9"/>
    <dgm:cxn modelId="{A1C6D832-2D73-4F47-BA1D-43D4829D04E5}" type="presParOf" srcId="{FCDCE557-9853-A64C-9144-7EA13D9D54AA}" destId="{9B0519D6-D9D8-1449-9CE3-220DF6A6A08C}" srcOrd="5" destOrd="0" presId="urn:microsoft.com/office/officeart/2005/8/layout/hProcess9"/>
    <dgm:cxn modelId="{24596E8B-478B-2F4A-BA52-411184712A24}" type="presParOf" srcId="{FCDCE557-9853-A64C-9144-7EA13D9D54AA}" destId="{93FE4E06-95B8-8240-851A-19D3F5FAF0CA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CB2839-4F7E-9047-B709-9E395D1132C8}" type="doc">
      <dgm:prSet loTypeId="urn:microsoft.com/office/officeart/2005/8/layout/process2" loCatId="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0CFD676E-418A-D04A-92EE-C4E795A505B9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spcFirstLastPara="0" vert="horz" wrap="square" lIns="163830" tIns="163830" rIns="163830" bIns="163830" numCol="1" spcCol="1270" anchor="ctr" anchorCtr="0"/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Raw Data</a:t>
          </a:r>
        </a:p>
      </dgm:t>
    </dgm:pt>
    <dgm:pt modelId="{442081E0-7B64-BE47-8D31-095D1D909149}" type="parTrans" cxnId="{42110261-C7DD-4E4D-9741-4A230FF378A5}">
      <dgm:prSet/>
      <dgm:spPr/>
      <dgm:t>
        <a:bodyPr/>
        <a:lstStyle/>
        <a:p>
          <a:endParaRPr lang="en-GB"/>
        </a:p>
      </dgm:t>
    </dgm:pt>
    <dgm:pt modelId="{925303B9-9706-C24A-AE5F-E82DE41BB583}" type="sibTrans" cxnId="{42110261-C7DD-4E4D-9741-4A230FF378A5}">
      <dgm:prSet/>
      <dgm:spPr/>
      <dgm:t>
        <a:bodyPr/>
        <a:lstStyle/>
        <a:p>
          <a:endParaRPr lang="en-GB"/>
        </a:p>
      </dgm:t>
    </dgm:pt>
    <dgm:pt modelId="{91E2E056-5518-314A-8EFD-A2C7350E1477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spcFirstLastPara="0" vert="horz" wrap="square" lIns="163830" tIns="163830" rIns="163830" bIns="163830" numCol="1" spcCol="1270" anchor="ctr" anchorCtr="0"/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Correlate Data to Teams</a:t>
          </a:r>
        </a:p>
      </dgm:t>
    </dgm:pt>
    <dgm:pt modelId="{B7C45BF4-00BC-B64C-89BF-1A3055DBC6DE}" type="parTrans" cxnId="{BB92D527-8A75-814F-95C2-F1355E4FD8D2}">
      <dgm:prSet/>
      <dgm:spPr/>
      <dgm:t>
        <a:bodyPr/>
        <a:lstStyle/>
        <a:p>
          <a:endParaRPr lang="en-GB"/>
        </a:p>
      </dgm:t>
    </dgm:pt>
    <dgm:pt modelId="{C98ADB84-80B6-E442-A9BD-4F009967787F}" type="sibTrans" cxnId="{BB92D527-8A75-814F-95C2-F1355E4FD8D2}">
      <dgm:prSet/>
      <dgm:spPr/>
      <dgm:t>
        <a:bodyPr/>
        <a:lstStyle/>
        <a:p>
          <a:endParaRPr lang="en-GB"/>
        </a:p>
      </dgm:t>
    </dgm:pt>
    <dgm:pt modelId="{E4D39BAA-6B46-C547-B36A-658697B85F55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spcFirstLastPara="0" vert="horz" wrap="square" lIns="163830" tIns="163830" rIns="163830" bIns="163830" numCol="1" spcCol="1270" anchor="ctr" anchorCtr="0"/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Define KPI’s</a:t>
          </a:r>
        </a:p>
      </dgm:t>
    </dgm:pt>
    <dgm:pt modelId="{82E2B2B1-1100-4648-897D-B905E6182ED5}" type="parTrans" cxnId="{CF70950C-9B04-7140-9D9F-787643149E68}">
      <dgm:prSet/>
      <dgm:spPr/>
      <dgm:t>
        <a:bodyPr/>
        <a:lstStyle/>
        <a:p>
          <a:endParaRPr lang="en-GB"/>
        </a:p>
      </dgm:t>
    </dgm:pt>
    <dgm:pt modelId="{14AFD311-C549-6D4F-BE78-AC7812C18277}" type="sibTrans" cxnId="{CF70950C-9B04-7140-9D9F-787643149E68}">
      <dgm:prSet/>
      <dgm:spPr/>
      <dgm:t>
        <a:bodyPr/>
        <a:lstStyle/>
        <a:p>
          <a:endParaRPr lang="en-GB"/>
        </a:p>
      </dgm:t>
    </dgm:pt>
    <dgm:pt modelId="{792607D0-827A-CC44-A0F7-177A0B87870B}">
      <dgm:prSet custT="1"/>
      <dgm:spPr>
        <a:gradFill rotWithShape="0">
          <a:gsLst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spcFirstLastPara="0" vert="horz" wrap="square" lIns="163830" tIns="163830" rIns="163830" bIns="163830" numCol="1" spcCol="1270" anchor="ctr" anchorCtr="0"/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Correlate KPI’s to Excellences</a:t>
          </a:r>
        </a:p>
      </dgm:t>
    </dgm:pt>
    <dgm:pt modelId="{2975BCF8-D2B1-D645-BB1B-DB03F4B0E7C8}" type="parTrans" cxnId="{044372C1-CBFC-994A-BCC9-8475E5C4E1C6}">
      <dgm:prSet/>
      <dgm:spPr/>
      <dgm:t>
        <a:bodyPr/>
        <a:lstStyle/>
        <a:p>
          <a:endParaRPr lang="en-GB"/>
        </a:p>
      </dgm:t>
    </dgm:pt>
    <dgm:pt modelId="{54E3D7CC-482A-0448-98F3-510CE0A8328B}" type="sibTrans" cxnId="{044372C1-CBFC-994A-BCC9-8475E5C4E1C6}">
      <dgm:prSet/>
      <dgm:spPr/>
      <dgm:t>
        <a:bodyPr/>
        <a:lstStyle/>
        <a:p>
          <a:endParaRPr lang="en-GB"/>
        </a:p>
      </dgm:t>
    </dgm:pt>
    <dgm:pt modelId="{25F9F994-DCDF-7349-BC1C-753A732E3B68}">
      <dgm:prSet custT="1"/>
      <dgm:spPr>
        <a:gradFill rotWithShape="0">
          <a:gsLst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n-GB" sz="2800" spc="140" baseline="0" dirty="0"/>
            <a:t>Calculate Excellence Maturity Indexes</a:t>
          </a:r>
        </a:p>
      </dgm:t>
    </dgm:pt>
    <dgm:pt modelId="{41BC639F-A775-294B-BED2-0BFD61CD69C6}" type="parTrans" cxnId="{CD560830-310F-1141-B8C4-4965180ED157}">
      <dgm:prSet/>
      <dgm:spPr/>
      <dgm:t>
        <a:bodyPr/>
        <a:lstStyle/>
        <a:p>
          <a:endParaRPr lang="en-GB"/>
        </a:p>
      </dgm:t>
    </dgm:pt>
    <dgm:pt modelId="{D67911DE-D10D-C14D-B5D1-A05ACF76AD46}" type="sibTrans" cxnId="{CD560830-310F-1141-B8C4-4965180ED157}">
      <dgm:prSet/>
      <dgm:spPr/>
      <dgm:t>
        <a:bodyPr/>
        <a:lstStyle/>
        <a:p>
          <a:endParaRPr lang="en-GB"/>
        </a:p>
      </dgm:t>
    </dgm:pt>
    <dgm:pt modelId="{56E416AA-98C8-8A44-8A4E-6FB2CB73170D}" type="pres">
      <dgm:prSet presAssocID="{FACB2839-4F7E-9047-B709-9E395D1132C8}" presName="linearFlow" presStyleCnt="0">
        <dgm:presLayoutVars>
          <dgm:resizeHandles val="exact"/>
        </dgm:presLayoutVars>
      </dgm:prSet>
      <dgm:spPr/>
    </dgm:pt>
    <dgm:pt modelId="{F0B807C6-3F58-904D-9A4C-4A3EDE65796A}" type="pres">
      <dgm:prSet presAssocID="{0CFD676E-418A-D04A-92EE-C4E795A505B9}" presName="node" presStyleLbl="node1" presStyleIdx="0" presStyleCnt="5" custScaleX="761874" custScaleY="136135" custLinFactNeighborX="-1972" custLinFactNeighborY="8783">
        <dgm:presLayoutVars>
          <dgm:bulletEnabled val="1"/>
        </dgm:presLayoutVars>
      </dgm:prSet>
      <dgm:spPr>
        <a:xfrm>
          <a:off x="1954769" y="7190"/>
          <a:ext cx="8282461" cy="954543"/>
        </a:xfrm>
        <a:prstGeom prst="roundRect">
          <a:avLst>
            <a:gd name="adj" fmla="val 10000"/>
          </a:avLst>
        </a:prstGeom>
      </dgm:spPr>
    </dgm:pt>
    <dgm:pt modelId="{317FF9ED-718B-F549-B4C4-3D859CFB5309}" type="pres">
      <dgm:prSet presAssocID="{925303B9-9706-C24A-AE5F-E82DE41BB583}" presName="sibTrans" presStyleLbl="sibTrans2D1" presStyleIdx="0" presStyleCnt="4" custScaleX="133652" custScaleY="142892"/>
      <dgm:spPr/>
    </dgm:pt>
    <dgm:pt modelId="{901E1FD4-E968-8047-B96D-EB8D7EBA76EC}" type="pres">
      <dgm:prSet presAssocID="{925303B9-9706-C24A-AE5F-E82DE41BB583}" presName="connectorText" presStyleLbl="sibTrans2D1" presStyleIdx="0" presStyleCnt="4"/>
      <dgm:spPr/>
    </dgm:pt>
    <dgm:pt modelId="{B399BDC8-2D3D-0044-8369-6773DF9EE97A}" type="pres">
      <dgm:prSet presAssocID="{91E2E056-5518-314A-8EFD-A2C7350E1477}" presName="node" presStyleLbl="node1" presStyleIdx="1" presStyleCnt="5" custScaleX="761874" custScaleY="136506" custLinFactNeighborX="57962" custLinFactNeighborY="8783">
        <dgm:presLayoutVars>
          <dgm:bulletEnabled val="1"/>
        </dgm:presLayoutVars>
      </dgm:prSet>
      <dgm:spPr>
        <a:xfrm>
          <a:off x="1985215" y="1439005"/>
          <a:ext cx="8221568" cy="954543"/>
        </a:xfrm>
        <a:prstGeom prst="roundRect">
          <a:avLst>
            <a:gd name="adj" fmla="val 10000"/>
          </a:avLst>
        </a:prstGeom>
      </dgm:spPr>
    </dgm:pt>
    <dgm:pt modelId="{1DE762B7-C3F6-8D4D-8D4C-7403B91FF807}" type="pres">
      <dgm:prSet presAssocID="{C98ADB84-80B6-E442-A9BD-4F009967787F}" presName="sibTrans" presStyleLbl="sibTrans2D1" presStyleIdx="1" presStyleCnt="4" custScaleX="133652" custScaleY="142892"/>
      <dgm:spPr/>
    </dgm:pt>
    <dgm:pt modelId="{65449167-916F-4542-93D6-096EAEA03779}" type="pres">
      <dgm:prSet presAssocID="{C98ADB84-80B6-E442-A9BD-4F009967787F}" presName="connectorText" presStyleLbl="sibTrans2D1" presStyleIdx="1" presStyleCnt="4"/>
      <dgm:spPr/>
    </dgm:pt>
    <dgm:pt modelId="{0C229B50-14A9-8F41-BC29-54D3FECD2BCE}" type="pres">
      <dgm:prSet presAssocID="{E4D39BAA-6B46-C547-B36A-658697B85F55}" presName="node" presStyleLbl="node1" presStyleIdx="2" presStyleCnt="5" custScaleX="761874" custScaleY="136320" custLinFactNeighborX="57962" custLinFactNeighborY="8783">
        <dgm:presLayoutVars>
          <dgm:bulletEnabled val="1"/>
        </dgm:presLayoutVars>
      </dgm:prSet>
      <dgm:spPr>
        <a:xfrm>
          <a:off x="1981197" y="2869654"/>
          <a:ext cx="8229605" cy="955476"/>
        </a:xfrm>
        <a:prstGeom prst="roundRect">
          <a:avLst>
            <a:gd name="adj" fmla="val 10000"/>
          </a:avLst>
        </a:prstGeom>
      </dgm:spPr>
    </dgm:pt>
    <dgm:pt modelId="{9D56B4B7-F4F4-1D46-93C0-37DAAED97827}" type="pres">
      <dgm:prSet presAssocID="{14AFD311-C549-6D4F-BE78-AC7812C18277}" presName="sibTrans" presStyleLbl="sibTrans2D1" presStyleIdx="2" presStyleCnt="4" custScaleX="133652" custScaleY="142892"/>
      <dgm:spPr/>
    </dgm:pt>
    <dgm:pt modelId="{31917AD0-C20A-624E-936F-FD6A0709BE66}" type="pres">
      <dgm:prSet presAssocID="{14AFD311-C549-6D4F-BE78-AC7812C18277}" presName="connectorText" presStyleLbl="sibTrans2D1" presStyleIdx="2" presStyleCnt="4"/>
      <dgm:spPr/>
    </dgm:pt>
    <dgm:pt modelId="{FB7D1E6A-943B-7E44-B487-D01FA2FBCE5C}" type="pres">
      <dgm:prSet presAssocID="{792607D0-827A-CC44-A0F7-177A0B87870B}" presName="node" presStyleLbl="node1" presStyleIdx="3" presStyleCnt="5" custScaleX="761874" custScaleY="135215" custLinFactNeighborX="57962" custLinFactNeighborY="8783">
        <dgm:presLayoutVars>
          <dgm:bulletEnabled val="1"/>
        </dgm:presLayoutVars>
      </dgm:prSet>
      <dgm:spPr>
        <a:xfrm>
          <a:off x="1950721" y="4302869"/>
          <a:ext cx="8290557" cy="955476"/>
        </a:xfrm>
        <a:prstGeom prst="roundRect">
          <a:avLst>
            <a:gd name="adj" fmla="val 10000"/>
          </a:avLst>
        </a:prstGeom>
      </dgm:spPr>
    </dgm:pt>
    <dgm:pt modelId="{D5685038-547F-9743-857B-FF070D981AD2}" type="pres">
      <dgm:prSet presAssocID="{54E3D7CC-482A-0448-98F3-510CE0A8328B}" presName="sibTrans" presStyleLbl="sibTrans2D1" presStyleIdx="3" presStyleCnt="4" custScaleX="133652" custScaleY="142892"/>
      <dgm:spPr/>
    </dgm:pt>
    <dgm:pt modelId="{6800D134-C74B-E645-A95D-41EC3CBCB475}" type="pres">
      <dgm:prSet presAssocID="{54E3D7CC-482A-0448-98F3-510CE0A8328B}" presName="connectorText" presStyleLbl="sibTrans2D1" presStyleIdx="3" presStyleCnt="4"/>
      <dgm:spPr/>
    </dgm:pt>
    <dgm:pt modelId="{71A7B3BD-4C61-1F46-8DDC-CB6BF7256FD8}" type="pres">
      <dgm:prSet presAssocID="{25F9F994-DCDF-7349-BC1C-753A732E3B68}" presName="node" presStyleLbl="node1" presStyleIdx="4" presStyleCnt="5" custScaleX="761874" custScaleY="132881" custLinFactNeighborX="57962" custLinFactNeighborY="8783">
        <dgm:presLayoutVars>
          <dgm:bulletEnabled val="1"/>
        </dgm:presLayoutVars>
      </dgm:prSet>
      <dgm:spPr/>
    </dgm:pt>
  </dgm:ptLst>
  <dgm:cxnLst>
    <dgm:cxn modelId="{294B7D08-A0BA-3E42-99CE-89EBCCE5518B}" type="presOf" srcId="{E4D39BAA-6B46-C547-B36A-658697B85F55}" destId="{0C229B50-14A9-8F41-BC29-54D3FECD2BCE}" srcOrd="0" destOrd="0" presId="urn:microsoft.com/office/officeart/2005/8/layout/process2"/>
    <dgm:cxn modelId="{CF70950C-9B04-7140-9D9F-787643149E68}" srcId="{FACB2839-4F7E-9047-B709-9E395D1132C8}" destId="{E4D39BAA-6B46-C547-B36A-658697B85F55}" srcOrd="2" destOrd="0" parTransId="{82E2B2B1-1100-4648-897D-B905E6182ED5}" sibTransId="{14AFD311-C549-6D4F-BE78-AC7812C18277}"/>
    <dgm:cxn modelId="{23E4A01C-32C3-924E-985C-C7BFD6B212A1}" type="presOf" srcId="{14AFD311-C549-6D4F-BE78-AC7812C18277}" destId="{31917AD0-C20A-624E-936F-FD6A0709BE66}" srcOrd="1" destOrd="0" presId="urn:microsoft.com/office/officeart/2005/8/layout/process2"/>
    <dgm:cxn modelId="{BB92D527-8A75-814F-95C2-F1355E4FD8D2}" srcId="{FACB2839-4F7E-9047-B709-9E395D1132C8}" destId="{91E2E056-5518-314A-8EFD-A2C7350E1477}" srcOrd="1" destOrd="0" parTransId="{B7C45BF4-00BC-B64C-89BF-1A3055DBC6DE}" sibTransId="{C98ADB84-80B6-E442-A9BD-4F009967787F}"/>
    <dgm:cxn modelId="{CD560830-310F-1141-B8C4-4965180ED157}" srcId="{FACB2839-4F7E-9047-B709-9E395D1132C8}" destId="{25F9F994-DCDF-7349-BC1C-753A732E3B68}" srcOrd="4" destOrd="0" parTransId="{41BC639F-A775-294B-BED2-0BFD61CD69C6}" sibTransId="{D67911DE-D10D-C14D-B5D1-A05ACF76AD46}"/>
    <dgm:cxn modelId="{70922F39-B411-E444-A11B-4DCFB04C4609}" type="presOf" srcId="{54E3D7CC-482A-0448-98F3-510CE0A8328B}" destId="{6800D134-C74B-E645-A95D-41EC3CBCB475}" srcOrd="1" destOrd="0" presId="urn:microsoft.com/office/officeart/2005/8/layout/process2"/>
    <dgm:cxn modelId="{B775974C-67DB-CF4A-ABD4-C3F6ACC721FB}" type="presOf" srcId="{925303B9-9706-C24A-AE5F-E82DE41BB583}" destId="{901E1FD4-E968-8047-B96D-EB8D7EBA76EC}" srcOrd="1" destOrd="0" presId="urn:microsoft.com/office/officeart/2005/8/layout/process2"/>
    <dgm:cxn modelId="{88286151-D683-CA4A-95BE-59BD01C0C368}" type="presOf" srcId="{0CFD676E-418A-D04A-92EE-C4E795A505B9}" destId="{F0B807C6-3F58-904D-9A4C-4A3EDE65796A}" srcOrd="0" destOrd="0" presId="urn:microsoft.com/office/officeart/2005/8/layout/process2"/>
    <dgm:cxn modelId="{42110261-C7DD-4E4D-9741-4A230FF378A5}" srcId="{FACB2839-4F7E-9047-B709-9E395D1132C8}" destId="{0CFD676E-418A-D04A-92EE-C4E795A505B9}" srcOrd="0" destOrd="0" parTransId="{442081E0-7B64-BE47-8D31-095D1D909149}" sibTransId="{925303B9-9706-C24A-AE5F-E82DE41BB583}"/>
    <dgm:cxn modelId="{552C9764-68FE-E742-921C-68BD789AA2B1}" type="presOf" srcId="{14AFD311-C549-6D4F-BE78-AC7812C18277}" destId="{9D56B4B7-F4F4-1D46-93C0-37DAAED97827}" srcOrd="0" destOrd="0" presId="urn:microsoft.com/office/officeart/2005/8/layout/process2"/>
    <dgm:cxn modelId="{777D4E83-D3D8-C440-951E-29BEA3039E18}" type="presOf" srcId="{54E3D7CC-482A-0448-98F3-510CE0A8328B}" destId="{D5685038-547F-9743-857B-FF070D981AD2}" srcOrd="0" destOrd="0" presId="urn:microsoft.com/office/officeart/2005/8/layout/process2"/>
    <dgm:cxn modelId="{2A782A8B-3EAA-4147-B472-3A8CAA38498C}" type="presOf" srcId="{792607D0-827A-CC44-A0F7-177A0B87870B}" destId="{FB7D1E6A-943B-7E44-B487-D01FA2FBCE5C}" srcOrd="0" destOrd="0" presId="urn:microsoft.com/office/officeart/2005/8/layout/process2"/>
    <dgm:cxn modelId="{72B0E991-72A7-0740-B85A-8766DDE4CEEF}" type="presOf" srcId="{25F9F994-DCDF-7349-BC1C-753A732E3B68}" destId="{71A7B3BD-4C61-1F46-8DDC-CB6BF7256FD8}" srcOrd="0" destOrd="0" presId="urn:microsoft.com/office/officeart/2005/8/layout/process2"/>
    <dgm:cxn modelId="{C7A2899C-0D51-F845-AABF-3D5FCB8CBA62}" type="presOf" srcId="{C98ADB84-80B6-E442-A9BD-4F009967787F}" destId="{1DE762B7-C3F6-8D4D-8D4C-7403B91FF807}" srcOrd="0" destOrd="0" presId="urn:microsoft.com/office/officeart/2005/8/layout/process2"/>
    <dgm:cxn modelId="{044372C1-CBFC-994A-BCC9-8475E5C4E1C6}" srcId="{FACB2839-4F7E-9047-B709-9E395D1132C8}" destId="{792607D0-827A-CC44-A0F7-177A0B87870B}" srcOrd="3" destOrd="0" parTransId="{2975BCF8-D2B1-D645-BB1B-DB03F4B0E7C8}" sibTransId="{54E3D7CC-482A-0448-98F3-510CE0A8328B}"/>
    <dgm:cxn modelId="{02DBAEC4-7B1F-214E-84E2-2B7A2859227A}" type="presOf" srcId="{91E2E056-5518-314A-8EFD-A2C7350E1477}" destId="{B399BDC8-2D3D-0044-8369-6773DF9EE97A}" srcOrd="0" destOrd="0" presId="urn:microsoft.com/office/officeart/2005/8/layout/process2"/>
    <dgm:cxn modelId="{15D4E2D4-FBD6-B345-B69C-7652D1086ECA}" type="presOf" srcId="{C98ADB84-80B6-E442-A9BD-4F009967787F}" destId="{65449167-916F-4542-93D6-096EAEA03779}" srcOrd="1" destOrd="0" presId="urn:microsoft.com/office/officeart/2005/8/layout/process2"/>
    <dgm:cxn modelId="{E4E6D7DA-7773-B646-AFD5-2F292D6E2DBE}" type="presOf" srcId="{925303B9-9706-C24A-AE5F-E82DE41BB583}" destId="{317FF9ED-718B-F549-B4C4-3D859CFB5309}" srcOrd="0" destOrd="0" presId="urn:microsoft.com/office/officeart/2005/8/layout/process2"/>
    <dgm:cxn modelId="{B38147F3-C489-394C-A299-372A55FEB817}" type="presOf" srcId="{FACB2839-4F7E-9047-B709-9E395D1132C8}" destId="{56E416AA-98C8-8A44-8A4E-6FB2CB73170D}" srcOrd="0" destOrd="0" presId="urn:microsoft.com/office/officeart/2005/8/layout/process2"/>
    <dgm:cxn modelId="{595AB9BC-EC18-D64A-B5E9-905942831746}" type="presParOf" srcId="{56E416AA-98C8-8A44-8A4E-6FB2CB73170D}" destId="{F0B807C6-3F58-904D-9A4C-4A3EDE65796A}" srcOrd="0" destOrd="0" presId="urn:microsoft.com/office/officeart/2005/8/layout/process2"/>
    <dgm:cxn modelId="{64754339-852B-E34E-B48A-35782FE26848}" type="presParOf" srcId="{56E416AA-98C8-8A44-8A4E-6FB2CB73170D}" destId="{317FF9ED-718B-F549-B4C4-3D859CFB5309}" srcOrd="1" destOrd="0" presId="urn:microsoft.com/office/officeart/2005/8/layout/process2"/>
    <dgm:cxn modelId="{345FB0B1-1BD4-5B44-9663-EA7C05773217}" type="presParOf" srcId="{317FF9ED-718B-F549-B4C4-3D859CFB5309}" destId="{901E1FD4-E968-8047-B96D-EB8D7EBA76EC}" srcOrd="0" destOrd="0" presId="urn:microsoft.com/office/officeart/2005/8/layout/process2"/>
    <dgm:cxn modelId="{4CCBD950-EEB3-3542-ACEA-414FA5579EB3}" type="presParOf" srcId="{56E416AA-98C8-8A44-8A4E-6FB2CB73170D}" destId="{B399BDC8-2D3D-0044-8369-6773DF9EE97A}" srcOrd="2" destOrd="0" presId="urn:microsoft.com/office/officeart/2005/8/layout/process2"/>
    <dgm:cxn modelId="{3B9725F2-1F7A-CD42-8A00-EF40C7D28B02}" type="presParOf" srcId="{56E416AA-98C8-8A44-8A4E-6FB2CB73170D}" destId="{1DE762B7-C3F6-8D4D-8D4C-7403B91FF807}" srcOrd="3" destOrd="0" presId="urn:microsoft.com/office/officeart/2005/8/layout/process2"/>
    <dgm:cxn modelId="{18EB7D8B-2551-3148-A785-3B4B182FE9B1}" type="presParOf" srcId="{1DE762B7-C3F6-8D4D-8D4C-7403B91FF807}" destId="{65449167-916F-4542-93D6-096EAEA03779}" srcOrd="0" destOrd="0" presId="urn:microsoft.com/office/officeart/2005/8/layout/process2"/>
    <dgm:cxn modelId="{E4FE2808-CCA9-2B4B-9A25-8DA9A0D17A93}" type="presParOf" srcId="{56E416AA-98C8-8A44-8A4E-6FB2CB73170D}" destId="{0C229B50-14A9-8F41-BC29-54D3FECD2BCE}" srcOrd="4" destOrd="0" presId="urn:microsoft.com/office/officeart/2005/8/layout/process2"/>
    <dgm:cxn modelId="{316B51EE-2666-6746-BC81-1386C6544D46}" type="presParOf" srcId="{56E416AA-98C8-8A44-8A4E-6FB2CB73170D}" destId="{9D56B4B7-F4F4-1D46-93C0-37DAAED97827}" srcOrd="5" destOrd="0" presId="urn:microsoft.com/office/officeart/2005/8/layout/process2"/>
    <dgm:cxn modelId="{E7197AC3-06F6-E24D-A22B-604CD6DFE7E5}" type="presParOf" srcId="{9D56B4B7-F4F4-1D46-93C0-37DAAED97827}" destId="{31917AD0-C20A-624E-936F-FD6A0709BE66}" srcOrd="0" destOrd="0" presId="urn:microsoft.com/office/officeart/2005/8/layout/process2"/>
    <dgm:cxn modelId="{3694A259-B7DC-2847-82B3-34F5FB993337}" type="presParOf" srcId="{56E416AA-98C8-8A44-8A4E-6FB2CB73170D}" destId="{FB7D1E6A-943B-7E44-B487-D01FA2FBCE5C}" srcOrd="6" destOrd="0" presId="urn:microsoft.com/office/officeart/2005/8/layout/process2"/>
    <dgm:cxn modelId="{B659D765-23DE-7742-A948-34CB47FADC58}" type="presParOf" srcId="{56E416AA-98C8-8A44-8A4E-6FB2CB73170D}" destId="{D5685038-547F-9743-857B-FF070D981AD2}" srcOrd="7" destOrd="0" presId="urn:microsoft.com/office/officeart/2005/8/layout/process2"/>
    <dgm:cxn modelId="{A0112B19-1E21-7541-81DC-D3E2E9AB6450}" type="presParOf" srcId="{D5685038-547F-9743-857B-FF070D981AD2}" destId="{6800D134-C74B-E645-A95D-41EC3CBCB475}" srcOrd="0" destOrd="0" presId="urn:microsoft.com/office/officeart/2005/8/layout/process2"/>
    <dgm:cxn modelId="{5D48BB50-15B4-DC43-8A13-1D5706DCF906}" type="presParOf" srcId="{56E416AA-98C8-8A44-8A4E-6FB2CB73170D}" destId="{71A7B3BD-4C61-1F46-8DDC-CB6BF7256FD8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4045AD-FD58-3544-99E8-4F9C7976884C}" type="doc">
      <dgm:prSet loTypeId="urn:microsoft.com/office/officeart/2005/8/layout/cycle3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C6E34E52-F988-384C-A606-6A743A0AC2B4}">
      <dgm:prSet phldrT="[Text]" custT="1"/>
      <dgm:spPr/>
      <dgm:t>
        <a:bodyPr/>
        <a:lstStyle/>
        <a:p>
          <a:r>
            <a:rPr lang="en-GB" sz="2800" b="1" spc="140" baseline="0" dirty="0"/>
            <a:t>Evaluate</a:t>
          </a:r>
        </a:p>
        <a:p>
          <a:r>
            <a:rPr lang="en-GB" sz="2400" spc="140" baseline="0" dirty="0"/>
            <a:t>areas with room </a:t>
          </a:r>
          <a:br>
            <a:rPr lang="en-GB" sz="2400" spc="140" baseline="0" dirty="0"/>
          </a:br>
          <a:r>
            <a:rPr lang="en-GB" sz="2400" spc="140" baseline="0" dirty="0"/>
            <a:t>for improvement</a:t>
          </a:r>
        </a:p>
      </dgm:t>
    </dgm:pt>
    <dgm:pt modelId="{44814406-14E5-A44E-95D5-D400D7B74D3F}" type="parTrans" cxnId="{030CB775-8FD6-DA4E-9367-84BD03BB9954}">
      <dgm:prSet/>
      <dgm:spPr/>
      <dgm:t>
        <a:bodyPr/>
        <a:lstStyle/>
        <a:p>
          <a:endParaRPr lang="en-GB"/>
        </a:p>
      </dgm:t>
    </dgm:pt>
    <dgm:pt modelId="{CC9D8C2E-21C7-7445-9467-A037C57AEC4B}" type="sibTrans" cxnId="{030CB775-8FD6-DA4E-9367-84BD03BB9954}">
      <dgm:prSet/>
      <dgm:spPr>
        <a:solidFill>
          <a:schemeClr val="tx1"/>
        </a:solidFill>
        <a:ln w="444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C35DA165-3D90-6D4D-895E-FEE80A571E0B}">
      <dgm:prSet phldrT="[Text]" custT="1"/>
      <dgm:spPr/>
      <dgm:t>
        <a:bodyPr/>
        <a:lstStyle/>
        <a:p>
          <a:r>
            <a:rPr lang="en-GB" sz="2800" b="1" spc="140" baseline="0" dirty="0"/>
            <a:t>Gather &amp; prepare</a:t>
          </a:r>
        </a:p>
        <a:p>
          <a:r>
            <a:rPr lang="en-GB" sz="2400" spc="140" baseline="0" dirty="0"/>
            <a:t>mitigating activities</a:t>
          </a:r>
        </a:p>
      </dgm:t>
    </dgm:pt>
    <dgm:pt modelId="{0E478616-C542-AC41-B4DC-8A59D82B4853}" type="parTrans" cxnId="{7200ABB7-44DA-7545-BF57-C7170218F22A}">
      <dgm:prSet/>
      <dgm:spPr/>
      <dgm:t>
        <a:bodyPr/>
        <a:lstStyle/>
        <a:p>
          <a:endParaRPr lang="en-GB"/>
        </a:p>
      </dgm:t>
    </dgm:pt>
    <dgm:pt modelId="{CEDC4405-8571-7848-9A40-62CEA001A1CC}" type="sibTrans" cxnId="{7200ABB7-44DA-7545-BF57-C7170218F22A}">
      <dgm:prSet/>
      <dgm:spPr/>
      <dgm:t>
        <a:bodyPr/>
        <a:lstStyle/>
        <a:p>
          <a:endParaRPr lang="en-GB"/>
        </a:p>
      </dgm:t>
    </dgm:pt>
    <dgm:pt modelId="{A95D9744-D5C4-CB4A-8484-458E9883D8DE}">
      <dgm:prSet phldrT="[Text]" custT="1"/>
      <dgm:spPr/>
      <dgm:t>
        <a:bodyPr/>
        <a:lstStyle/>
        <a:p>
          <a:r>
            <a:rPr lang="en-GB" sz="2800" b="1" spc="140" baseline="0" dirty="0"/>
            <a:t>Test</a:t>
          </a:r>
        </a:p>
        <a:p>
          <a:r>
            <a:rPr lang="en-GB" sz="2400" spc="140" baseline="0" dirty="0"/>
            <a:t>run </a:t>
          </a:r>
          <a:r>
            <a:rPr lang="en-GB" sz="2400" spc="140" baseline="0" dirty="0" err="1"/>
            <a:t>PoCs</a:t>
          </a:r>
          <a:endParaRPr lang="en-GB" sz="2400" spc="140" baseline="0" dirty="0"/>
        </a:p>
      </dgm:t>
    </dgm:pt>
    <dgm:pt modelId="{601173FE-6641-4540-ABED-F194AFDC8459}" type="parTrans" cxnId="{70916BC5-B55D-D54C-A221-B355987C2456}">
      <dgm:prSet/>
      <dgm:spPr/>
      <dgm:t>
        <a:bodyPr/>
        <a:lstStyle/>
        <a:p>
          <a:endParaRPr lang="en-GB"/>
        </a:p>
      </dgm:t>
    </dgm:pt>
    <dgm:pt modelId="{BDE27F23-ED23-FD4A-B54F-CF8C9188DF82}" type="sibTrans" cxnId="{70916BC5-B55D-D54C-A221-B355987C2456}">
      <dgm:prSet/>
      <dgm:spPr/>
      <dgm:t>
        <a:bodyPr/>
        <a:lstStyle/>
        <a:p>
          <a:endParaRPr lang="en-GB"/>
        </a:p>
      </dgm:t>
    </dgm:pt>
    <dgm:pt modelId="{83BE7B29-00D8-B24E-93BB-5FA2C5AC6BE3}">
      <dgm:prSet phldrT="[Text]" custT="1"/>
      <dgm:spPr/>
      <dgm:t>
        <a:bodyPr/>
        <a:lstStyle/>
        <a:p>
          <a:r>
            <a:rPr lang="en-GB" sz="2800" b="1" spc="140" baseline="0" dirty="0"/>
            <a:t>Run</a:t>
          </a:r>
        </a:p>
        <a:p>
          <a:r>
            <a:rPr lang="en-GB" sz="2400" spc="140" baseline="0" dirty="0"/>
            <a:t>large-scale initiatives</a:t>
          </a:r>
        </a:p>
      </dgm:t>
    </dgm:pt>
    <dgm:pt modelId="{840207E0-EA7F-754F-9F31-953A5FF817CD}" type="parTrans" cxnId="{432481D7-9AAD-0F4A-BF33-C356ACE3D9E9}">
      <dgm:prSet/>
      <dgm:spPr/>
      <dgm:t>
        <a:bodyPr/>
        <a:lstStyle/>
        <a:p>
          <a:endParaRPr lang="en-GB"/>
        </a:p>
      </dgm:t>
    </dgm:pt>
    <dgm:pt modelId="{D0F8A8CE-CB05-0E40-80AC-F01D19A2FFF1}" type="sibTrans" cxnId="{432481D7-9AAD-0F4A-BF33-C356ACE3D9E9}">
      <dgm:prSet/>
      <dgm:spPr/>
      <dgm:t>
        <a:bodyPr/>
        <a:lstStyle/>
        <a:p>
          <a:endParaRPr lang="en-GB"/>
        </a:p>
      </dgm:t>
    </dgm:pt>
    <dgm:pt modelId="{85DAF1F3-125C-8D44-BA7D-0BBB435CD5C6}">
      <dgm:prSet phldrT="[Text]" custT="1"/>
      <dgm:spPr/>
      <dgm:t>
        <a:bodyPr/>
        <a:lstStyle/>
        <a:p>
          <a:r>
            <a:rPr lang="en-GB" sz="2800" b="1" spc="140" baseline="0" dirty="0"/>
            <a:t>Identify</a:t>
          </a:r>
        </a:p>
        <a:p>
          <a:r>
            <a:rPr lang="en-GB" sz="2400" spc="140" baseline="0" dirty="0"/>
            <a:t>patterns for </a:t>
          </a:r>
          <a:br>
            <a:rPr lang="en-GB" sz="2400" spc="140" baseline="0" dirty="0"/>
          </a:br>
          <a:r>
            <a:rPr lang="en-GB" sz="2400" spc="140" baseline="0" dirty="0"/>
            <a:t>highest impact</a:t>
          </a:r>
        </a:p>
      </dgm:t>
    </dgm:pt>
    <dgm:pt modelId="{8EA57359-A29F-364D-B4FF-A630A7EED39F}" type="parTrans" cxnId="{D1FCB995-973B-454C-AB65-CFD7DA0B57CE}">
      <dgm:prSet/>
      <dgm:spPr/>
      <dgm:t>
        <a:bodyPr/>
        <a:lstStyle/>
        <a:p>
          <a:endParaRPr lang="en-GB"/>
        </a:p>
      </dgm:t>
    </dgm:pt>
    <dgm:pt modelId="{8F8392B7-2F35-2E48-912B-4AE59FEB7C60}" type="sibTrans" cxnId="{D1FCB995-973B-454C-AB65-CFD7DA0B57CE}">
      <dgm:prSet/>
      <dgm:spPr/>
      <dgm:t>
        <a:bodyPr/>
        <a:lstStyle/>
        <a:p>
          <a:endParaRPr lang="en-GB"/>
        </a:p>
      </dgm:t>
    </dgm:pt>
    <dgm:pt modelId="{B70BADDF-836D-8F40-B5C4-F6A72DD85148}" type="pres">
      <dgm:prSet presAssocID="{454045AD-FD58-3544-99E8-4F9C7976884C}" presName="Name0" presStyleCnt="0">
        <dgm:presLayoutVars>
          <dgm:dir/>
          <dgm:resizeHandles val="exact"/>
        </dgm:presLayoutVars>
      </dgm:prSet>
      <dgm:spPr/>
    </dgm:pt>
    <dgm:pt modelId="{57018914-0395-B148-8A7A-6936A8C55D81}" type="pres">
      <dgm:prSet presAssocID="{454045AD-FD58-3544-99E8-4F9C7976884C}" presName="cycle" presStyleCnt="0"/>
      <dgm:spPr/>
    </dgm:pt>
    <dgm:pt modelId="{839C09E6-CDB2-4D4C-B525-FA5E98D34E4D}" type="pres">
      <dgm:prSet presAssocID="{C6E34E52-F988-384C-A606-6A743A0AC2B4}" presName="nodeFirstNode" presStyleLbl="node1" presStyleIdx="0" presStyleCnt="5" custRadScaleRad="110037" custRadScaleInc="0">
        <dgm:presLayoutVars>
          <dgm:bulletEnabled val="1"/>
        </dgm:presLayoutVars>
      </dgm:prSet>
      <dgm:spPr/>
    </dgm:pt>
    <dgm:pt modelId="{E3DAB0E7-D878-4F41-9C67-14A48FF7ED1A}" type="pres">
      <dgm:prSet presAssocID="{CC9D8C2E-21C7-7445-9467-A037C57AEC4B}" presName="sibTransFirstNode" presStyleLbl="bgShp" presStyleIdx="0" presStyleCnt="1"/>
      <dgm:spPr/>
    </dgm:pt>
    <dgm:pt modelId="{E2704F98-F213-DE4A-AA09-D311A5C001E3}" type="pres">
      <dgm:prSet presAssocID="{C35DA165-3D90-6D4D-895E-FEE80A571E0B}" presName="nodeFollowingNodes" presStyleLbl="node1" presStyleIdx="1" presStyleCnt="5" custRadScaleRad="113219" custRadScaleInc="10107">
        <dgm:presLayoutVars>
          <dgm:bulletEnabled val="1"/>
        </dgm:presLayoutVars>
      </dgm:prSet>
      <dgm:spPr/>
    </dgm:pt>
    <dgm:pt modelId="{9665F0ED-29E1-3541-89AA-12658C6DED95}" type="pres">
      <dgm:prSet presAssocID="{A95D9744-D5C4-CB4A-8484-458E9883D8DE}" presName="nodeFollowingNodes" presStyleLbl="node1" presStyleIdx="2" presStyleCnt="5" custRadScaleRad="118505" custRadScaleInc="-24598">
        <dgm:presLayoutVars>
          <dgm:bulletEnabled val="1"/>
        </dgm:presLayoutVars>
      </dgm:prSet>
      <dgm:spPr/>
    </dgm:pt>
    <dgm:pt modelId="{CFA2A5D9-C3A2-9C44-8956-D9C52896635B}" type="pres">
      <dgm:prSet presAssocID="{83BE7B29-00D8-B24E-93BB-5FA2C5AC6BE3}" presName="nodeFollowingNodes" presStyleLbl="node1" presStyleIdx="3" presStyleCnt="5" custRadScaleRad="118659" custRadScaleInc="25759">
        <dgm:presLayoutVars>
          <dgm:bulletEnabled val="1"/>
        </dgm:presLayoutVars>
      </dgm:prSet>
      <dgm:spPr/>
    </dgm:pt>
    <dgm:pt modelId="{6CBEF6D1-FF8F-3848-931E-689E2293F648}" type="pres">
      <dgm:prSet presAssocID="{85DAF1F3-125C-8D44-BA7D-0BBB435CD5C6}" presName="nodeFollowingNodes" presStyleLbl="node1" presStyleIdx="4" presStyleCnt="5" custRadScaleRad="111337" custRadScaleInc="-9766">
        <dgm:presLayoutVars>
          <dgm:bulletEnabled val="1"/>
        </dgm:presLayoutVars>
      </dgm:prSet>
      <dgm:spPr/>
    </dgm:pt>
  </dgm:ptLst>
  <dgm:cxnLst>
    <dgm:cxn modelId="{C3015906-4940-B147-82DB-560B129D1BA1}" type="presOf" srcId="{A95D9744-D5C4-CB4A-8484-458E9883D8DE}" destId="{9665F0ED-29E1-3541-89AA-12658C6DED95}" srcOrd="0" destOrd="0" presId="urn:microsoft.com/office/officeart/2005/8/layout/cycle3"/>
    <dgm:cxn modelId="{63337B1E-0FBD-4E49-9957-345AD9832377}" type="presOf" srcId="{C35DA165-3D90-6D4D-895E-FEE80A571E0B}" destId="{E2704F98-F213-DE4A-AA09-D311A5C001E3}" srcOrd="0" destOrd="0" presId="urn:microsoft.com/office/officeart/2005/8/layout/cycle3"/>
    <dgm:cxn modelId="{C9049466-174A-9A49-A668-88E66FBE4B0E}" type="presOf" srcId="{83BE7B29-00D8-B24E-93BB-5FA2C5AC6BE3}" destId="{CFA2A5D9-C3A2-9C44-8956-D9C52896635B}" srcOrd="0" destOrd="0" presId="urn:microsoft.com/office/officeart/2005/8/layout/cycle3"/>
    <dgm:cxn modelId="{030CB775-8FD6-DA4E-9367-84BD03BB9954}" srcId="{454045AD-FD58-3544-99E8-4F9C7976884C}" destId="{C6E34E52-F988-384C-A606-6A743A0AC2B4}" srcOrd="0" destOrd="0" parTransId="{44814406-14E5-A44E-95D5-D400D7B74D3F}" sibTransId="{CC9D8C2E-21C7-7445-9467-A037C57AEC4B}"/>
    <dgm:cxn modelId="{1135FB75-0AD1-1249-96B4-DA43C8545265}" type="presOf" srcId="{C6E34E52-F988-384C-A606-6A743A0AC2B4}" destId="{839C09E6-CDB2-4D4C-B525-FA5E98D34E4D}" srcOrd="0" destOrd="0" presId="urn:microsoft.com/office/officeart/2005/8/layout/cycle3"/>
    <dgm:cxn modelId="{8B0BF08B-2D9A-D244-B131-1E069816A2D5}" type="presOf" srcId="{CC9D8C2E-21C7-7445-9467-A037C57AEC4B}" destId="{E3DAB0E7-D878-4F41-9C67-14A48FF7ED1A}" srcOrd="0" destOrd="0" presId="urn:microsoft.com/office/officeart/2005/8/layout/cycle3"/>
    <dgm:cxn modelId="{D1FCB995-973B-454C-AB65-CFD7DA0B57CE}" srcId="{454045AD-FD58-3544-99E8-4F9C7976884C}" destId="{85DAF1F3-125C-8D44-BA7D-0BBB435CD5C6}" srcOrd="4" destOrd="0" parTransId="{8EA57359-A29F-364D-B4FF-A630A7EED39F}" sibTransId="{8F8392B7-2F35-2E48-912B-4AE59FEB7C60}"/>
    <dgm:cxn modelId="{7200ABB7-44DA-7545-BF57-C7170218F22A}" srcId="{454045AD-FD58-3544-99E8-4F9C7976884C}" destId="{C35DA165-3D90-6D4D-895E-FEE80A571E0B}" srcOrd="1" destOrd="0" parTransId="{0E478616-C542-AC41-B4DC-8A59D82B4853}" sibTransId="{CEDC4405-8571-7848-9A40-62CEA001A1CC}"/>
    <dgm:cxn modelId="{70916BC5-B55D-D54C-A221-B355987C2456}" srcId="{454045AD-FD58-3544-99E8-4F9C7976884C}" destId="{A95D9744-D5C4-CB4A-8484-458E9883D8DE}" srcOrd="2" destOrd="0" parTransId="{601173FE-6641-4540-ABED-F194AFDC8459}" sibTransId="{BDE27F23-ED23-FD4A-B54F-CF8C9188DF82}"/>
    <dgm:cxn modelId="{50D66FD7-CC0E-C048-8A1B-3915F78A3269}" type="presOf" srcId="{454045AD-FD58-3544-99E8-4F9C7976884C}" destId="{B70BADDF-836D-8F40-B5C4-F6A72DD85148}" srcOrd="0" destOrd="0" presId="urn:microsoft.com/office/officeart/2005/8/layout/cycle3"/>
    <dgm:cxn modelId="{432481D7-9AAD-0F4A-BF33-C356ACE3D9E9}" srcId="{454045AD-FD58-3544-99E8-4F9C7976884C}" destId="{83BE7B29-00D8-B24E-93BB-5FA2C5AC6BE3}" srcOrd="3" destOrd="0" parTransId="{840207E0-EA7F-754F-9F31-953A5FF817CD}" sibTransId="{D0F8A8CE-CB05-0E40-80AC-F01D19A2FFF1}"/>
    <dgm:cxn modelId="{4CB586DE-CFC8-2F42-942A-60D8EFC2BACF}" type="presOf" srcId="{85DAF1F3-125C-8D44-BA7D-0BBB435CD5C6}" destId="{6CBEF6D1-FF8F-3848-931E-689E2293F648}" srcOrd="0" destOrd="0" presId="urn:microsoft.com/office/officeart/2005/8/layout/cycle3"/>
    <dgm:cxn modelId="{256DB3D5-73A2-FA4C-A0E0-430496CF439E}" type="presParOf" srcId="{B70BADDF-836D-8F40-B5C4-F6A72DD85148}" destId="{57018914-0395-B148-8A7A-6936A8C55D81}" srcOrd="0" destOrd="0" presId="urn:microsoft.com/office/officeart/2005/8/layout/cycle3"/>
    <dgm:cxn modelId="{427A9A2F-6E9F-B54C-92B0-CFBA6DB39847}" type="presParOf" srcId="{57018914-0395-B148-8A7A-6936A8C55D81}" destId="{839C09E6-CDB2-4D4C-B525-FA5E98D34E4D}" srcOrd="0" destOrd="0" presId="urn:microsoft.com/office/officeart/2005/8/layout/cycle3"/>
    <dgm:cxn modelId="{B338B741-7331-5A43-B293-A58F35AC9968}" type="presParOf" srcId="{57018914-0395-B148-8A7A-6936A8C55D81}" destId="{E3DAB0E7-D878-4F41-9C67-14A48FF7ED1A}" srcOrd="1" destOrd="0" presId="urn:microsoft.com/office/officeart/2005/8/layout/cycle3"/>
    <dgm:cxn modelId="{05BC62FD-C2AF-0E47-BF9B-28E6B219CF10}" type="presParOf" srcId="{57018914-0395-B148-8A7A-6936A8C55D81}" destId="{E2704F98-F213-DE4A-AA09-D311A5C001E3}" srcOrd="2" destOrd="0" presId="urn:microsoft.com/office/officeart/2005/8/layout/cycle3"/>
    <dgm:cxn modelId="{65093DB6-E13E-7047-832B-BAD1A0496AC0}" type="presParOf" srcId="{57018914-0395-B148-8A7A-6936A8C55D81}" destId="{9665F0ED-29E1-3541-89AA-12658C6DED95}" srcOrd="3" destOrd="0" presId="urn:microsoft.com/office/officeart/2005/8/layout/cycle3"/>
    <dgm:cxn modelId="{0C6C6363-9BC4-1040-892B-88D756745FBE}" type="presParOf" srcId="{57018914-0395-B148-8A7A-6936A8C55D81}" destId="{CFA2A5D9-C3A2-9C44-8956-D9C52896635B}" srcOrd="4" destOrd="0" presId="urn:microsoft.com/office/officeart/2005/8/layout/cycle3"/>
    <dgm:cxn modelId="{D4127760-EA2B-1D4C-8445-F61A6596A8B0}" type="presParOf" srcId="{57018914-0395-B148-8A7A-6936A8C55D81}" destId="{6CBEF6D1-FF8F-3848-931E-689E2293F648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9DFA3-8614-3F45-9A4E-77AFD25F4C99}">
      <dsp:nvSpPr>
        <dsp:cNvPr id="0" name=""/>
        <dsp:cNvSpPr/>
      </dsp:nvSpPr>
      <dsp:spPr>
        <a:xfrm rot="16200000">
          <a:off x="-1457049" y="1458250"/>
          <a:ext cx="6037262" cy="3120761"/>
        </a:xfrm>
        <a:prstGeom prst="flowChartManualOperation">
          <a:avLst/>
        </a:prstGeom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PEOPLE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/>
            <a:t>Number of people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/>
            <a:t>Number of teams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/>
            <a:t>Skills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/>
            <a:t>Org structure</a:t>
          </a:r>
        </a:p>
      </dsp:txBody>
      <dsp:txXfrm rot="5400000">
        <a:off x="1201" y="1207452"/>
        <a:ext cx="3120761" cy="3622358"/>
      </dsp:txXfrm>
    </dsp:sp>
    <dsp:sp modelId="{3A3E1459-ABFD-8849-B628-99733592EB1D}">
      <dsp:nvSpPr>
        <dsp:cNvPr id="0" name=""/>
        <dsp:cNvSpPr/>
      </dsp:nvSpPr>
      <dsp:spPr>
        <a:xfrm rot="16200000">
          <a:off x="1897769" y="1458250"/>
          <a:ext cx="6037262" cy="3120761"/>
        </a:xfrm>
        <a:prstGeom prst="flowChartManualOperation">
          <a:avLst/>
        </a:prstGeom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TECHNOLOGY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Maturity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Automation level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Tech stack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Business</a:t>
          </a:r>
        </a:p>
      </dsp:txBody>
      <dsp:txXfrm rot="5400000">
        <a:off x="3356019" y="1207452"/>
        <a:ext cx="3120761" cy="3622358"/>
      </dsp:txXfrm>
    </dsp:sp>
    <dsp:sp modelId="{37FAF1AF-3604-224B-B1EE-CB1B7037C5F6}">
      <dsp:nvSpPr>
        <dsp:cNvPr id="0" name=""/>
        <dsp:cNvSpPr/>
      </dsp:nvSpPr>
      <dsp:spPr>
        <a:xfrm rot="16200000">
          <a:off x="5252587" y="1458250"/>
          <a:ext cx="6037262" cy="3120761"/>
        </a:xfrm>
        <a:prstGeom prst="flowChartManualOperation">
          <a:avLst/>
        </a:prstGeom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20160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CULTURE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Mindset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Passion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Values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Leadership</a:t>
          </a:r>
        </a:p>
      </dsp:txBody>
      <dsp:txXfrm rot="5400000">
        <a:off x="6710837" y="1207452"/>
        <a:ext cx="3120761" cy="36223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4EB1C-19F4-5C4F-871E-41DF6EB3DE5B}">
      <dsp:nvSpPr>
        <dsp:cNvPr id="0" name=""/>
        <dsp:cNvSpPr/>
      </dsp:nvSpPr>
      <dsp:spPr>
        <a:xfrm>
          <a:off x="1186278" y="0"/>
          <a:ext cx="10186554" cy="7248165"/>
        </a:xfrm>
        <a:prstGeom prst="rightArrow">
          <a:avLst/>
        </a:prstGeom>
        <a:noFill/>
        <a:ln w="88900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C04A01F-D254-9248-ADB7-8333C8945C39}">
      <dsp:nvSpPr>
        <dsp:cNvPr id="0" name=""/>
        <dsp:cNvSpPr/>
      </dsp:nvSpPr>
      <dsp:spPr>
        <a:xfrm>
          <a:off x="4096" y="2174449"/>
          <a:ext cx="2661331" cy="2899266"/>
        </a:xfrm>
        <a:prstGeom prst="roundRect">
          <a:avLst/>
        </a:prstGeom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Create a culture of autonomy </a:t>
          </a:r>
        </a:p>
      </dsp:txBody>
      <dsp:txXfrm>
        <a:off x="134011" y="2304364"/>
        <a:ext cx="2401501" cy="2639436"/>
      </dsp:txXfrm>
    </dsp:sp>
    <dsp:sp modelId="{B1136F7B-32BF-CC4E-AF77-9CA8471C8658}">
      <dsp:nvSpPr>
        <dsp:cNvPr id="0" name=""/>
        <dsp:cNvSpPr/>
      </dsp:nvSpPr>
      <dsp:spPr>
        <a:xfrm>
          <a:off x="3108982" y="2174449"/>
          <a:ext cx="2661331" cy="2899266"/>
        </a:xfrm>
        <a:prstGeom prst="roundRect">
          <a:avLst/>
        </a:prstGeom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Fix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vulns early </a:t>
          </a:r>
        </a:p>
      </dsp:txBody>
      <dsp:txXfrm>
        <a:off x="3238897" y="2304364"/>
        <a:ext cx="2401501" cy="2639436"/>
      </dsp:txXfrm>
    </dsp:sp>
    <dsp:sp modelId="{3EAC4050-825D-0D48-8499-6A932A411978}">
      <dsp:nvSpPr>
        <dsp:cNvPr id="0" name=""/>
        <dsp:cNvSpPr/>
      </dsp:nvSpPr>
      <dsp:spPr>
        <a:xfrm>
          <a:off x="6213868" y="2174449"/>
          <a:ext cx="2661331" cy="2899266"/>
        </a:xfrm>
        <a:prstGeom prst="roundRect">
          <a:avLst/>
        </a:prstGeom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Deploy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faster </a:t>
          </a:r>
        </a:p>
      </dsp:txBody>
      <dsp:txXfrm>
        <a:off x="6343783" y="2304364"/>
        <a:ext cx="2401501" cy="2639436"/>
      </dsp:txXfrm>
    </dsp:sp>
    <dsp:sp modelId="{93FE4E06-95B8-8240-851A-19D3F5FAF0CA}">
      <dsp:nvSpPr>
        <dsp:cNvPr id="0" name=""/>
        <dsp:cNvSpPr/>
      </dsp:nvSpPr>
      <dsp:spPr>
        <a:xfrm>
          <a:off x="9318754" y="2174449"/>
          <a:ext cx="2661331" cy="2899266"/>
        </a:xfrm>
        <a:prstGeom prst="roundRect">
          <a:avLst/>
        </a:prstGeom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Operate within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teams </a:t>
          </a:r>
        </a:p>
      </dsp:txBody>
      <dsp:txXfrm>
        <a:off x="9448669" y="2304364"/>
        <a:ext cx="2401501" cy="26394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807C6-3F58-904D-9A4C-4A3EDE65796A}">
      <dsp:nvSpPr>
        <dsp:cNvPr id="0" name=""/>
        <dsp:cNvSpPr/>
      </dsp:nvSpPr>
      <dsp:spPr>
        <a:xfrm>
          <a:off x="0" y="24821"/>
          <a:ext cx="7851600" cy="960685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Raw Data</a:t>
          </a:r>
        </a:p>
      </dsp:txBody>
      <dsp:txXfrm>
        <a:off x="28138" y="52959"/>
        <a:ext cx="7795324" cy="904409"/>
      </dsp:txXfrm>
    </dsp:sp>
    <dsp:sp modelId="{317FF9ED-718B-F549-B4C4-3D859CFB5309}">
      <dsp:nvSpPr>
        <dsp:cNvPr id="0" name=""/>
        <dsp:cNvSpPr/>
      </dsp:nvSpPr>
      <dsp:spPr>
        <a:xfrm rot="5400000">
          <a:off x="3748956" y="935045"/>
          <a:ext cx="353686" cy="4537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-5400000">
        <a:off x="3789670" y="985084"/>
        <a:ext cx="272259" cy="247580"/>
      </dsp:txXfrm>
    </dsp:sp>
    <dsp:sp modelId="{B399BDC8-2D3D-0044-8369-6773DF9EE97A}">
      <dsp:nvSpPr>
        <dsp:cNvPr id="0" name=""/>
        <dsp:cNvSpPr/>
      </dsp:nvSpPr>
      <dsp:spPr>
        <a:xfrm>
          <a:off x="0" y="1338350"/>
          <a:ext cx="7851600" cy="963303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Correlate Data to Teams</a:t>
          </a:r>
        </a:p>
      </dsp:txBody>
      <dsp:txXfrm>
        <a:off x="28214" y="1366564"/>
        <a:ext cx="7795172" cy="906875"/>
      </dsp:txXfrm>
    </dsp:sp>
    <dsp:sp modelId="{1DE762B7-C3F6-8D4D-8D4C-7403B91FF807}">
      <dsp:nvSpPr>
        <dsp:cNvPr id="0" name=""/>
        <dsp:cNvSpPr/>
      </dsp:nvSpPr>
      <dsp:spPr>
        <a:xfrm rot="5400000">
          <a:off x="3748956" y="2251192"/>
          <a:ext cx="353686" cy="4537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-5400000">
        <a:off x="3789670" y="2301231"/>
        <a:ext cx="272259" cy="247580"/>
      </dsp:txXfrm>
    </dsp:sp>
    <dsp:sp modelId="{0C229B50-14A9-8F41-BC29-54D3FECD2BCE}">
      <dsp:nvSpPr>
        <dsp:cNvPr id="0" name=""/>
        <dsp:cNvSpPr/>
      </dsp:nvSpPr>
      <dsp:spPr>
        <a:xfrm>
          <a:off x="0" y="2654496"/>
          <a:ext cx="7851600" cy="961991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Define KPI’s</a:t>
          </a:r>
        </a:p>
      </dsp:txBody>
      <dsp:txXfrm>
        <a:off x="28176" y="2682672"/>
        <a:ext cx="7795248" cy="905639"/>
      </dsp:txXfrm>
    </dsp:sp>
    <dsp:sp modelId="{9D56B4B7-F4F4-1D46-93C0-37DAAED97827}">
      <dsp:nvSpPr>
        <dsp:cNvPr id="0" name=""/>
        <dsp:cNvSpPr/>
      </dsp:nvSpPr>
      <dsp:spPr>
        <a:xfrm rot="5400000">
          <a:off x="3748956" y="3566026"/>
          <a:ext cx="353686" cy="4537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-5400000">
        <a:off x="3789670" y="3616065"/>
        <a:ext cx="272259" cy="247580"/>
      </dsp:txXfrm>
    </dsp:sp>
    <dsp:sp modelId="{FB7D1E6A-943B-7E44-B487-D01FA2FBCE5C}">
      <dsp:nvSpPr>
        <dsp:cNvPr id="0" name=""/>
        <dsp:cNvSpPr/>
      </dsp:nvSpPr>
      <dsp:spPr>
        <a:xfrm>
          <a:off x="0" y="3969331"/>
          <a:ext cx="7851600" cy="954193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Correlate KPI’s to Excellences</a:t>
          </a:r>
        </a:p>
      </dsp:txBody>
      <dsp:txXfrm>
        <a:off x="27947" y="3997278"/>
        <a:ext cx="7795706" cy="898299"/>
      </dsp:txXfrm>
    </dsp:sp>
    <dsp:sp modelId="{D5685038-547F-9743-857B-FF070D981AD2}">
      <dsp:nvSpPr>
        <dsp:cNvPr id="0" name=""/>
        <dsp:cNvSpPr/>
      </dsp:nvSpPr>
      <dsp:spPr>
        <a:xfrm rot="5400000">
          <a:off x="3758256" y="4863785"/>
          <a:ext cx="335087" cy="4537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 rot="-5400000">
        <a:off x="3789670" y="4923124"/>
        <a:ext cx="272259" cy="234561"/>
      </dsp:txXfrm>
    </dsp:sp>
    <dsp:sp modelId="{71A7B3BD-4C61-1F46-8DDC-CB6BF7256FD8}">
      <dsp:nvSpPr>
        <dsp:cNvPr id="0" name=""/>
        <dsp:cNvSpPr/>
      </dsp:nvSpPr>
      <dsp:spPr>
        <a:xfrm>
          <a:off x="0" y="5257813"/>
          <a:ext cx="7851600" cy="937722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/>
            <a:t>Calculate Excellence Maturity Indexes</a:t>
          </a:r>
        </a:p>
      </dsp:txBody>
      <dsp:txXfrm>
        <a:off x="27465" y="5285278"/>
        <a:ext cx="7796670" cy="8827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AB0E7-D878-4F41-9C67-14A48FF7ED1A}">
      <dsp:nvSpPr>
        <dsp:cNvPr id="0" name=""/>
        <dsp:cNvSpPr/>
      </dsp:nvSpPr>
      <dsp:spPr>
        <a:xfrm>
          <a:off x="1611771" y="-50983"/>
          <a:ext cx="7462967" cy="7462967"/>
        </a:xfrm>
        <a:prstGeom prst="circularArrow">
          <a:avLst>
            <a:gd name="adj1" fmla="val 5544"/>
            <a:gd name="adj2" fmla="val 330680"/>
            <a:gd name="adj3" fmla="val 13733287"/>
            <a:gd name="adj4" fmla="val 17411968"/>
            <a:gd name="adj5" fmla="val 5757"/>
          </a:avLst>
        </a:prstGeom>
        <a:solidFill>
          <a:schemeClr val="tx1"/>
        </a:solidFill>
        <a:ln w="44450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9C09E6-CDB2-4D4C-B525-FA5E98D34E4D}">
      <dsp:nvSpPr>
        <dsp:cNvPr id="0" name=""/>
        <dsp:cNvSpPr/>
      </dsp:nvSpPr>
      <dsp:spPr>
        <a:xfrm>
          <a:off x="3563909" y="0"/>
          <a:ext cx="3558691" cy="177934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Evaluate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areas with room </a:t>
          </a:r>
          <a:br>
            <a:rPr lang="en-GB" sz="2400" kern="1200" spc="140" baseline="0" dirty="0"/>
          </a:br>
          <a:r>
            <a:rPr lang="en-GB" sz="2400" kern="1200" spc="140" baseline="0" dirty="0"/>
            <a:t>for improvement</a:t>
          </a:r>
        </a:p>
      </dsp:txBody>
      <dsp:txXfrm>
        <a:off x="3650769" y="86860"/>
        <a:ext cx="3384971" cy="1605625"/>
      </dsp:txXfrm>
    </dsp:sp>
    <dsp:sp modelId="{E2704F98-F213-DE4A-AA09-D311A5C001E3}">
      <dsp:nvSpPr>
        <dsp:cNvPr id="0" name=""/>
        <dsp:cNvSpPr/>
      </dsp:nvSpPr>
      <dsp:spPr>
        <a:xfrm>
          <a:off x="7089204" y="2437826"/>
          <a:ext cx="3558691" cy="177934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Gather &amp; prepare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mitigating activities</a:t>
          </a:r>
        </a:p>
      </dsp:txBody>
      <dsp:txXfrm>
        <a:off x="7176064" y="2524686"/>
        <a:ext cx="3384971" cy="1605625"/>
      </dsp:txXfrm>
    </dsp:sp>
    <dsp:sp modelId="{9665F0ED-29E1-3541-89AA-12658C6DED95}">
      <dsp:nvSpPr>
        <dsp:cNvPr id="0" name=""/>
        <dsp:cNvSpPr/>
      </dsp:nvSpPr>
      <dsp:spPr>
        <a:xfrm>
          <a:off x="6484838" y="5568774"/>
          <a:ext cx="3558691" cy="177934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Test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run </a:t>
          </a:r>
          <a:r>
            <a:rPr lang="en-GB" sz="2400" kern="1200" spc="140" baseline="0" dirty="0" err="1"/>
            <a:t>PoCs</a:t>
          </a:r>
          <a:endParaRPr lang="en-GB" sz="2400" kern="1200" spc="140" baseline="0" dirty="0"/>
        </a:p>
      </dsp:txBody>
      <dsp:txXfrm>
        <a:off x="6571698" y="5655634"/>
        <a:ext cx="3384971" cy="1605625"/>
      </dsp:txXfrm>
    </dsp:sp>
    <dsp:sp modelId="{CFA2A5D9-C3A2-9C44-8956-D9C52896635B}">
      <dsp:nvSpPr>
        <dsp:cNvPr id="0" name=""/>
        <dsp:cNvSpPr/>
      </dsp:nvSpPr>
      <dsp:spPr>
        <a:xfrm>
          <a:off x="610357" y="5536140"/>
          <a:ext cx="3558691" cy="177934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Run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large-scale initiatives</a:t>
          </a:r>
        </a:p>
      </dsp:txBody>
      <dsp:txXfrm>
        <a:off x="697217" y="5623000"/>
        <a:ext cx="3384971" cy="1605625"/>
      </dsp:txXfrm>
    </dsp:sp>
    <dsp:sp modelId="{6CBEF6D1-FF8F-3848-931E-689E2293F648}">
      <dsp:nvSpPr>
        <dsp:cNvPr id="0" name=""/>
        <dsp:cNvSpPr/>
      </dsp:nvSpPr>
      <dsp:spPr>
        <a:xfrm>
          <a:off x="99852" y="2437838"/>
          <a:ext cx="3558691" cy="177934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Identify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patterns for </a:t>
          </a:r>
          <a:br>
            <a:rPr lang="en-GB" sz="2400" kern="1200" spc="140" baseline="0" dirty="0"/>
          </a:br>
          <a:r>
            <a:rPr lang="en-GB" sz="2400" kern="1200" spc="140" baseline="0" dirty="0"/>
            <a:t>highest impact</a:t>
          </a:r>
        </a:p>
      </dsp:txBody>
      <dsp:txXfrm>
        <a:off x="186712" y="2524698"/>
        <a:ext cx="3384971" cy="160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BBA6F-261E-A94B-A156-235A55E0CA9D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1143000"/>
            <a:ext cx="6127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EB869-368C-6B44-8C56-5261EDD257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11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authenticity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tag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digest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digest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that‘s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262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possible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different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exploit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malicious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registry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5532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Keyless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identities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transparency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destroyed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private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log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u.a.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certificate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log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witnesses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attests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occurred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(GHCR)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match,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confirms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882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sales@shiftavenue.com" TargetMode="External"/><Relationship Id="rId5" Type="http://schemas.openxmlformats.org/officeDocument/2006/relationships/hyperlink" Target="mailto:your.name@shiftavenue.com" TargetMode="External"/><Relationship Id="rId4" Type="http://schemas.openxmlformats.org/officeDocument/2006/relationships/image" Target="../media/image9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hyperlink" Target="mailto:your.name@shiftavenue.com" TargetMode="External"/><Relationship Id="rId4" Type="http://schemas.openxmlformats.org/officeDocument/2006/relationships/image" Target="../media/image9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sales@shiftavenue.com" TargetMode="External"/><Relationship Id="rId5" Type="http://schemas.openxmlformats.org/officeDocument/2006/relationships/hyperlink" Target="mailto:your.name@shiftavenue.com" TargetMode="External"/><Relationship Id="rId4" Type="http://schemas.openxmlformats.org/officeDocument/2006/relationships/image" Target="../media/image9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shiftavenue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shiftavenue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ack and grey background&#10;&#10;Description automatically generated">
            <a:extLst>
              <a:ext uri="{FF2B5EF4-FFF2-40B4-BE49-F238E27FC236}">
                <a16:creationId xmlns:a16="http://schemas.microsoft.com/office/drawing/2014/main" id="{E9905C8C-FA63-B2E6-40C1-35B4BA476FB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300" y="8288317"/>
            <a:ext cx="4114800" cy="588110"/>
          </a:xfrm>
          <a:prstGeom prst="rect">
            <a:avLst/>
          </a:prstGeom>
        </p:spPr>
        <p:txBody>
          <a:bodyPr anchor="b" anchorCtr="0">
            <a:spAutoFit/>
          </a:bodyPr>
          <a:lstStyle/>
          <a:p>
            <a:r>
              <a:rPr lang="en-DE" dirty="0"/>
              <a:t>Vorname, Name (Position)</a:t>
            </a:r>
          </a:p>
          <a:p>
            <a:r>
              <a:rPr lang="en-DE" dirty="0"/>
              <a:t>TT.MM.JJJJ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6CB6E-BEBF-D0B5-87B3-812E97DADA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14700" y="3594486"/>
            <a:ext cx="10378800" cy="2021704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B64024-9DB6-1641-1F6A-EB28ADA6FC88}"/>
              </a:ext>
            </a:extLst>
          </p:cNvPr>
          <p:cNvSpPr txBox="1">
            <a:spLocks/>
          </p:cNvSpPr>
          <p:nvPr userDrawn="1"/>
        </p:nvSpPr>
        <p:spPr>
          <a:xfrm rot="-5400000">
            <a:off x="14346356" y="4270150"/>
            <a:ext cx="6526125" cy="675000"/>
          </a:xfrm>
          <a:prstGeom prst="rect">
            <a:avLst/>
          </a:prstGeom>
        </p:spPr>
        <p:txBody>
          <a:bodyPr vert="horz" lIns="0" tIns="61394" rIns="0" bIns="61394" rtlCol="0" anchor="ctr"/>
          <a:lstStyle>
            <a:defPPr>
              <a:defRPr lang="en-DE"/>
            </a:defPPr>
            <a:lvl1pPr marL="0" algn="l" defTabSz="914400" rtl="0" eaLnBrk="1" latinLnBrk="0" hangingPunct="1">
              <a:defRPr sz="2400" kern="1200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4200" spc="450" baseline="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565436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Introsection_Title_Subtitle_Pres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946197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6000" y="5105857"/>
            <a:ext cx="13716000" cy="585481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4200" b="0" i="0" baseline="0"/>
            </a:lvl1pPr>
            <a:lvl2pPr marL="613928" indent="0" algn="ctr">
              <a:buNone/>
              <a:defRPr sz="2686"/>
            </a:lvl2pPr>
            <a:lvl3pPr marL="1227856" indent="0" algn="ctr">
              <a:buNone/>
              <a:defRPr sz="2417"/>
            </a:lvl3pPr>
            <a:lvl4pPr marL="1841784" indent="0" algn="ctr">
              <a:buNone/>
              <a:defRPr sz="2148"/>
            </a:lvl4pPr>
            <a:lvl5pPr marL="2455713" indent="0" algn="ctr">
              <a:buNone/>
              <a:defRPr sz="2148"/>
            </a:lvl5pPr>
            <a:lvl6pPr marL="3069641" indent="0" algn="ctr">
              <a:buNone/>
              <a:defRPr sz="2148"/>
            </a:lvl6pPr>
            <a:lvl7pPr marL="3683569" indent="0" algn="ctr">
              <a:buNone/>
              <a:defRPr sz="2148"/>
            </a:lvl7pPr>
            <a:lvl8pPr marL="4297497" indent="0" algn="ctr">
              <a:buNone/>
              <a:defRPr sz="2148"/>
            </a:lvl8pPr>
            <a:lvl9pPr marL="4911425" indent="0" algn="ctr">
              <a:buNone/>
              <a:defRPr sz="2148"/>
            </a:lvl9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B64024-9DB6-1641-1F6A-EB28ADA6FC88}"/>
              </a:ext>
            </a:extLst>
          </p:cNvPr>
          <p:cNvSpPr txBox="1">
            <a:spLocks/>
          </p:cNvSpPr>
          <p:nvPr userDrawn="1"/>
        </p:nvSpPr>
        <p:spPr>
          <a:xfrm rot="-5400000">
            <a:off x="14346356" y="4270150"/>
            <a:ext cx="6526125" cy="675000"/>
          </a:xfrm>
          <a:prstGeom prst="rect">
            <a:avLst/>
          </a:prstGeom>
        </p:spPr>
        <p:txBody>
          <a:bodyPr vert="horz" lIns="0" tIns="61394" rIns="0" bIns="61394" rtlCol="0" anchor="ctr"/>
          <a:lstStyle>
            <a:defPPr>
              <a:defRPr lang="en-DE"/>
            </a:defPPr>
            <a:lvl1pPr marL="0" algn="l" defTabSz="914400" rtl="0" eaLnBrk="1" latinLnBrk="0" hangingPunct="1">
              <a:defRPr sz="2400" kern="1200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4200" spc="450" baseline="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5ED3FE-5D15-6B94-28DE-F6268D19B3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29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Chapter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771648"/>
            <a:ext cx="13716000" cy="1661993"/>
          </a:xfrm>
        </p:spPr>
        <p:txBody>
          <a:bodyPr anchor="b" anchorCtr="0">
            <a:spAutoFit/>
          </a:bodyPr>
          <a:lstStyle>
            <a:lvl1pPr algn="ctr">
              <a:defRPr sz="6000" cap="all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5A2B57-55D4-164F-51C9-92B307F0EE97}"/>
              </a:ext>
            </a:extLst>
          </p:cNvPr>
          <p:cNvCxnSpPr>
            <a:cxnSpLocks/>
          </p:cNvCxnSpPr>
          <p:nvPr userDrawn="1"/>
        </p:nvCxnSpPr>
        <p:spPr>
          <a:xfrm>
            <a:off x="7254000" y="8307978"/>
            <a:ext cx="3780000" cy="0"/>
          </a:xfrm>
          <a:prstGeom prst="line">
            <a:avLst/>
          </a:prstGeom>
          <a:ln w="88900" cap="rnd">
            <a:solidFill>
              <a:schemeClr val="bg2">
                <a:lumMod val="75000"/>
                <a:lumOff val="25000"/>
              </a:schemeClr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CBC5DEDD-E02B-7CBB-C0D7-28F8F588BB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15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Agenda_Slide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BAFE09D-0326-CBFC-C132-071A2BEBB95E}"/>
              </a:ext>
            </a:extLst>
          </p:cNvPr>
          <p:cNvSpPr/>
          <p:nvPr userDrawn="1"/>
        </p:nvSpPr>
        <p:spPr>
          <a:xfrm>
            <a:off x="0" y="0"/>
            <a:ext cx="53721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01" y="1076399"/>
            <a:ext cx="2974799" cy="586145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8" name="Picture Placeholder 59">
            <a:extLst>
              <a:ext uri="{FF2B5EF4-FFF2-40B4-BE49-F238E27FC236}">
                <a16:creationId xmlns:a16="http://schemas.microsoft.com/office/drawing/2014/main" id="{BBA4DCA5-90F4-52B6-BCF6-3DFCE532DEB1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5372100" y="1972799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D7A0D7C0-CEC8-D5EB-A0C7-22CC2956437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5372100" y="1076399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79063ED1-CD19-188C-C897-0699DDE09C0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72403" y="1215988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05D0148A-F23D-2456-1C45-C53A9B7887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672403" y="2112388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FC1D101-687B-748B-44CA-15D012D4463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1600" y="1078255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01</a:t>
            </a:r>
            <a:endParaRPr lang="en-DE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8B724AD-82DB-1F4E-A9E1-A52D9BF3AF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21600" y="1996119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02</a:t>
            </a:r>
            <a:endParaRPr lang="en-DE" dirty="0"/>
          </a:p>
        </p:txBody>
      </p:sp>
      <p:sp>
        <p:nvSpPr>
          <p:cNvPr id="25" name="Picture Placeholder 59">
            <a:extLst>
              <a:ext uri="{FF2B5EF4-FFF2-40B4-BE49-F238E27FC236}">
                <a16:creationId xmlns:a16="http://schemas.microsoft.com/office/drawing/2014/main" id="{47B8F5C6-BDE3-6ED9-20B6-8F04256882A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 flipH="1">
            <a:off x="5372100" y="378711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6" name="Picture Placeholder 59">
            <a:extLst>
              <a:ext uri="{FF2B5EF4-FFF2-40B4-BE49-F238E27FC236}">
                <a16:creationId xmlns:a16="http://schemas.microsoft.com/office/drawing/2014/main" id="{7CE3BD36-DCCB-46DB-5860-FBDAEF0B3D7B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5372100" y="289071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B0C70B82-2ED5-686A-520A-7A40957B164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672403" y="303030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4877048-FA81-A15D-5AD4-6849042F538C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672403" y="392670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59">
            <a:extLst>
              <a:ext uri="{FF2B5EF4-FFF2-40B4-BE49-F238E27FC236}">
                <a16:creationId xmlns:a16="http://schemas.microsoft.com/office/drawing/2014/main" id="{E1D7C2BC-E85D-1F9F-92C2-6B91A84DD2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 flipH="1">
            <a:off x="5372100" y="557875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2" name="Picture Placeholder 59">
            <a:extLst>
              <a:ext uri="{FF2B5EF4-FFF2-40B4-BE49-F238E27FC236}">
                <a16:creationId xmlns:a16="http://schemas.microsoft.com/office/drawing/2014/main" id="{FF3FFD12-2822-E6D1-3A99-315C13809F69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 flipH="1">
            <a:off x="5372100" y="468235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2048D09-1FBE-1B87-D9A2-C75B48BE876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672403" y="482194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DC2FA397-E8BC-B437-CEA4-B36538CC572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672403" y="571834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Picture Placeholder 59">
            <a:extLst>
              <a:ext uri="{FF2B5EF4-FFF2-40B4-BE49-F238E27FC236}">
                <a16:creationId xmlns:a16="http://schemas.microsoft.com/office/drawing/2014/main" id="{5C636085-812A-E09A-4643-161772BB9D8F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 flipH="1">
            <a:off x="5372100" y="7393077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8" name="Picture Placeholder 59">
            <a:extLst>
              <a:ext uri="{FF2B5EF4-FFF2-40B4-BE49-F238E27FC236}">
                <a16:creationId xmlns:a16="http://schemas.microsoft.com/office/drawing/2014/main" id="{976DBD8E-3683-B408-0669-D6B7DA9BFCA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 flipH="1">
            <a:off x="5372100" y="6496677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DFFC1F51-C8CD-FDC8-D8DC-433EF409DECF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6672403" y="6636266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6C70C316-30EC-0803-A92F-BAEC278BBC3D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672403" y="7532666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B65CDC27-A752-ACB6-B38A-2720E7AEFD3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421600" y="2905119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03</a:t>
            </a:r>
            <a:endParaRPr lang="en-DE" dirty="0"/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F20E6BB5-72BC-52AB-81E2-967D0784861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421600" y="3822983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04</a:t>
            </a:r>
            <a:endParaRPr lang="en-DE" dirty="0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854E3E6C-B581-7515-66CD-DC37FA0ACDD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421600" y="4662708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05</a:t>
            </a:r>
            <a:endParaRPr lang="en-DE" dirty="0"/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AD89E99B-DA72-8595-6C1B-7879AF5FCF4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421600" y="5580572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06</a:t>
            </a:r>
            <a:endParaRPr lang="en-DE" dirty="0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7A1844EE-C014-7DA9-A399-26B12985F16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421600" y="6489572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07</a:t>
            </a:r>
            <a:endParaRPr lang="en-DE" dirty="0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5746214F-FA3F-414A-046E-9E71385AC96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421600" y="7407436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08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EAF9FE6-371E-17E0-12B0-FA2F42990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832822" y="4353279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4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hapterSlide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4185954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Chapter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2036875-981D-B076-479C-45185B18BB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MainSection_ChapterSlide_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946197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Chapter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6000" y="5105857"/>
            <a:ext cx="13716000" cy="585481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4200" b="0" i="0" baseline="0"/>
            </a:lvl1pPr>
            <a:lvl2pPr marL="613928" indent="0" algn="ctr">
              <a:buNone/>
              <a:defRPr sz="2686"/>
            </a:lvl2pPr>
            <a:lvl3pPr marL="1227856" indent="0" algn="ctr">
              <a:buNone/>
              <a:defRPr sz="2417"/>
            </a:lvl3pPr>
            <a:lvl4pPr marL="1841784" indent="0" algn="ctr">
              <a:buNone/>
              <a:defRPr sz="2148"/>
            </a:lvl4pPr>
            <a:lvl5pPr marL="2455713" indent="0" algn="ctr">
              <a:buNone/>
              <a:defRPr sz="2148"/>
            </a:lvl5pPr>
            <a:lvl6pPr marL="3069641" indent="0" algn="ctr">
              <a:buNone/>
              <a:defRPr sz="2148"/>
            </a:lvl6pPr>
            <a:lvl7pPr marL="3683569" indent="0" algn="ctr">
              <a:buNone/>
              <a:defRPr sz="2148"/>
            </a:lvl7pPr>
            <a:lvl8pPr marL="4297497" indent="0" algn="ctr">
              <a:buNone/>
              <a:defRPr sz="2148"/>
            </a:lvl8pPr>
            <a:lvl9pPr marL="4911425" indent="0" algn="ctr">
              <a:buNone/>
              <a:defRPr sz="2148"/>
            </a:lvl9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3C9ED9F-82EC-42D2-DFFC-C45BE60BEE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10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SinglePres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8542B5-A24E-9E85-4F92-2893D19C59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6828" y="0"/>
            <a:ext cx="10738884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9C1E2E-B676-D865-511F-8488CF817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84276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0" y="2029861"/>
            <a:ext cx="8123850" cy="581698"/>
          </a:xfrm>
        </p:spPr>
        <p:txBody>
          <a:bodyPr anchor="b" anchorCtr="0"/>
          <a:lstStyle>
            <a:lvl1pPr>
              <a:defRPr cap="none" baseline="0"/>
            </a:lvl1pPr>
          </a:lstStyle>
          <a:p>
            <a:r>
              <a:rPr lang="en-GB" dirty="0" err="1"/>
              <a:t>Vorname</a:t>
            </a:r>
            <a:r>
              <a:rPr lang="en-GB" dirty="0"/>
              <a:t> Name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3999" y="2933825"/>
            <a:ext cx="8123849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/>
            </a:lvl1pPr>
          </a:lstStyle>
          <a:p>
            <a:pPr lvl="0"/>
            <a:r>
              <a:rPr lang="en-US" dirty="0"/>
              <a:t>Position Goes Here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54BBF6-3B14-B557-7715-74BF93B7AE3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143999" y="4222445"/>
            <a:ext cx="8475300" cy="4482878"/>
          </a:xfrm>
        </p:spPr>
        <p:txBody>
          <a:bodyPr/>
          <a:lstStyle>
            <a:lvl1pPr>
              <a:defRPr sz="2400" baseline="0"/>
            </a:lvl1pPr>
            <a:lvl2pPr>
              <a:defRPr sz="2400" baseline="0"/>
            </a:lvl2pPr>
          </a:lstStyle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Examples: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Years of experience in IT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Former employers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Team lead experience, team size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Budget responsibility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stack, special skills, achievements</a:t>
            </a:r>
          </a:p>
          <a:p>
            <a:pPr algn="l">
              <a:lnSpc>
                <a:spcPts val="4895"/>
              </a:lnSpc>
            </a:pPr>
            <a:endParaRPr lang="en-US" sz="2399" dirty="0">
              <a:solidFill>
                <a:srgbClr val="F3F7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2BD256-76C7-D400-3CD1-D69CB9B2BE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000" y="1101600"/>
            <a:ext cx="7473600" cy="8107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9BB848-DF9D-E29E-BE55-B9B567817ECA}"/>
              </a:ext>
            </a:extLst>
          </p:cNvPr>
          <p:cNvCxnSpPr>
            <a:cxnSpLocks/>
          </p:cNvCxnSpPr>
          <p:nvPr userDrawn="1"/>
        </p:nvCxnSpPr>
        <p:spPr>
          <a:xfrm>
            <a:off x="9144000" y="3746444"/>
            <a:ext cx="720000" cy="0"/>
          </a:xfrm>
          <a:prstGeom prst="line">
            <a:avLst/>
          </a:prstGeom>
          <a:ln w="53975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97A5137A-41E9-3359-A048-4B93266F4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99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0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SinglePresen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305225-E9B2-A9B5-913C-E466E63AC7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6828" y="0"/>
            <a:ext cx="10738884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9C1E2E-B676-D865-511F-8488CF817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3600" y="0"/>
            <a:ext cx="84276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2828" y="2115824"/>
            <a:ext cx="8125022" cy="581698"/>
          </a:xfrm>
        </p:spPr>
        <p:txBody>
          <a:bodyPr anchor="b" anchorCtr="0"/>
          <a:lstStyle>
            <a:lvl1pPr>
              <a:defRPr cap="none" baseline="0"/>
            </a:lvl1pPr>
          </a:lstStyle>
          <a:p>
            <a:r>
              <a:rPr lang="en-GB" dirty="0" err="1"/>
              <a:t>Vorname</a:t>
            </a:r>
            <a:r>
              <a:rPr lang="en-GB" dirty="0"/>
              <a:t> Name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4000" y="3010273"/>
            <a:ext cx="8123850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/>
            </a:lvl1pPr>
          </a:lstStyle>
          <a:p>
            <a:pPr lvl="0"/>
            <a:r>
              <a:rPr lang="en-US" dirty="0"/>
              <a:t>Position Goes Here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54BBF6-3B14-B557-7715-74BF93B7AE3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144000" y="4693395"/>
            <a:ext cx="8123850" cy="4109939"/>
          </a:xfrm>
        </p:spPr>
        <p:txBody>
          <a:bodyPr/>
          <a:lstStyle/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Examples: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Years of experience in IT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Former employers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Team lead experience, team size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Budget responsibility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stack, special skills, achievements</a:t>
            </a:r>
          </a:p>
          <a:p>
            <a:pPr algn="l">
              <a:lnSpc>
                <a:spcPts val="4895"/>
              </a:lnSpc>
            </a:pPr>
            <a:endParaRPr lang="en-US" sz="2399" dirty="0">
              <a:solidFill>
                <a:srgbClr val="F3F7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9BB848-DF9D-E29E-BE55-B9B567817ECA}"/>
              </a:ext>
            </a:extLst>
          </p:cNvPr>
          <p:cNvCxnSpPr>
            <a:cxnSpLocks/>
          </p:cNvCxnSpPr>
          <p:nvPr userDrawn="1"/>
        </p:nvCxnSpPr>
        <p:spPr>
          <a:xfrm>
            <a:off x="9144000" y="4372182"/>
            <a:ext cx="720000" cy="0"/>
          </a:xfrm>
          <a:prstGeom prst="line">
            <a:avLst/>
          </a:prstGeom>
          <a:ln w="53975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BCB59F7-1ED9-3BE4-0EDB-6E7D8326D55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0" y="3710822"/>
            <a:ext cx="8123850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83E2F88-40FF-EAF5-6574-3EC86D2274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000" y="1101600"/>
            <a:ext cx="7473600" cy="8107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A4F681F-23D3-6902-30E7-555353095C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828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9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PresenterTeam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11">
            <a:extLst>
              <a:ext uri="{FF2B5EF4-FFF2-40B4-BE49-F238E27FC236}">
                <a16:creationId xmlns:a16="http://schemas.microsoft.com/office/drawing/2014/main" id="{1255056F-3B33-7118-77AA-E82D83D05A80}"/>
              </a:ext>
            </a:extLst>
          </p:cNvPr>
          <p:cNvSpPr/>
          <p:nvPr userDrawn="1"/>
        </p:nvSpPr>
        <p:spPr>
          <a:xfrm>
            <a:off x="0" y="6418800"/>
            <a:ext cx="18288000" cy="3780000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EB032624-52AF-5ADC-79C1-0FE21493AE9A}"/>
              </a:ext>
            </a:extLst>
          </p:cNvPr>
          <p:cNvSpPr/>
          <p:nvPr userDrawn="1"/>
        </p:nvSpPr>
        <p:spPr>
          <a:xfrm flipH="1">
            <a:off x="13105501" y="4520406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658097"/>
            <a:ext cx="5626800" cy="58169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29" name="Freeform 11">
            <a:extLst>
              <a:ext uri="{FF2B5EF4-FFF2-40B4-BE49-F238E27FC236}">
                <a16:creationId xmlns:a16="http://schemas.microsoft.com/office/drawing/2014/main" id="{C0122F6F-15C0-498A-746F-09265418A1C7}"/>
              </a:ext>
            </a:extLst>
          </p:cNvPr>
          <p:cNvSpPr/>
          <p:nvPr/>
        </p:nvSpPr>
        <p:spPr>
          <a:xfrm flipH="1">
            <a:off x="13105502" y="3250800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F62BB631-D2B1-2D9A-57E4-CB20AB949C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643969" y="3330009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85FBA264-BEDE-BE8F-A15F-AC9B6D7F09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681534" y="4604544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Freeform 11">
            <a:extLst>
              <a:ext uri="{FF2B5EF4-FFF2-40B4-BE49-F238E27FC236}">
                <a16:creationId xmlns:a16="http://schemas.microsoft.com/office/drawing/2014/main" id="{40A37E01-97B2-CEDC-326B-2F6F959383AC}"/>
              </a:ext>
            </a:extLst>
          </p:cNvPr>
          <p:cNvSpPr/>
          <p:nvPr userDrawn="1"/>
        </p:nvSpPr>
        <p:spPr>
          <a:xfrm flipH="1">
            <a:off x="13105503" y="7110669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68FC310D-CF0E-B233-99EB-2D0B07EE7F66}"/>
              </a:ext>
            </a:extLst>
          </p:cNvPr>
          <p:cNvSpPr/>
          <p:nvPr userDrawn="1"/>
        </p:nvSpPr>
        <p:spPr>
          <a:xfrm flipH="1">
            <a:off x="13105504" y="5841063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0" name="Text Placeholder 22">
            <a:extLst>
              <a:ext uri="{FF2B5EF4-FFF2-40B4-BE49-F238E27FC236}">
                <a16:creationId xmlns:a16="http://schemas.microsoft.com/office/drawing/2014/main" id="{E477553F-104B-5204-0617-F99AD298FA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643971" y="5920272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1" name="Text Placeholder 22">
            <a:extLst>
              <a:ext uri="{FF2B5EF4-FFF2-40B4-BE49-F238E27FC236}">
                <a16:creationId xmlns:a16="http://schemas.microsoft.com/office/drawing/2014/main" id="{E76CBBA2-24FA-A27B-5B23-04832492F1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681536" y="7194807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2" name="Freeform 11">
            <a:extLst>
              <a:ext uri="{FF2B5EF4-FFF2-40B4-BE49-F238E27FC236}">
                <a16:creationId xmlns:a16="http://schemas.microsoft.com/office/drawing/2014/main" id="{4A2D8DA3-4717-CBCC-2028-27411F5DF2FC}"/>
              </a:ext>
            </a:extLst>
          </p:cNvPr>
          <p:cNvSpPr/>
          <p:nvPr userDrawn="1"/>
        </p:nvSpPr>
        <p:spPr>
          <a:xfrm>
            <a:off x="0" y="4519386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3" name="Freeform 11">
            <a:extLst>
              <a:ext uri="{FF2B5EF4-FFF2-40B4-BE49-F238E27FC236}">
                <a16:creationId xmlns:a16="http://schemas.microsoft.com/office/drawing/2014/main" id="{B3B66374-DD24-14EF-DF3C-26F4D18563D0}"/>
              </a:ext>
            </a:extLst>
          </p:cNvPr>
          <p:cNvSpPr/>
          <p:nvPr userDrawn="1"/>
        </p:nvSpPr>
        <p:spPr>
          <a:xfrm>
            <a:off x="1" y="3249780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4" name="Text Placeholder 22">
            <a:extLst>
              <a:ext uri="{FF2B5EF4-FFF2-40B4-BE49-F238E27FC236}">
                <a16:creationId xmlns:a16="http://schemas.microsoft.com/office/drawing/2014/main" id="{1A8D8503-EABD-D5F3-7B60-135AAECA059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468" y="3328989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5" name="Text Placeholder 22">
            <a:extLst>
              <a:ext uri="{FF2B5EF4-FFF2-40B4-BE49-F238E27FC236}">
                <a16:creationId xmlns:a16="http://schemas.microsoft.com/office/drawing/2014/main" id="{FAA3B801-84DA-BC64-5446-A55A0DB489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33" y="4603524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6" name="Freeform 11">
            <a:extLst>
              <a:ext uri="{FF2B5EF4-FFF2-40B4-BE49-F238E27FC236}">
                <a16:creationId xmlns:a16="http://schemas.microsoft.com/office/drawing/2014/main" id="{7C070C83-013D-A24C-F0A6-03E0B29ACE94}"/>
              </a:ext>
            </a:extLst>
          </p:cNvPr>
          <p:cNvSpPr/>
          <p:nvPr userDrawn="1"/>
        </p:nvSpPr>
        <p:spPr>
          <a:xfrm>
            <a:off x="2" y="7109649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2D3FF615-F372-EBEF-57A1-27BF4BF8E67D}"/>
              </a:ext>
            </a:extLst>
          </p:cNvPr>
          <p:cNvSpPr/>
          <p:nvPr userDrawn="1"/>
        </p:nvSpPr>
        <p:spPr>
          <a:xfrm>
            <a:off x="3" y="5840043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8" name="Text Placeholder 22">
            <a:extLst>
              <a:ext uri="{FF2B5EF4-FFF2-40B4-BE49-F238E27FC236}">
                <a16:creationId xmlns:a16="http://schemas.microsoft.com/office/drawing/2014/main" id="{9E4681DD-A839-AF7E-3C29-0BBD5D10484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470" y="5919252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9" name="Text Placeholder 22">
            <a:extLst>
              <a:ext uri="{FF2B5EF4-FFF2-40B4-BE49-F238E27FC236}">
                <a16:creationId xmlns:a16="http://schemas.microsoft.com/office/drawing/2014/main" id="{F40A13EF-FF12-AA80-9D2B-CCBFEBF54B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035" y="7193787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354680A5-2D30-0C83-3CBD-19161BA76E8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07897" y="2556000"/>
            <a:ext cx="3675062" cy="56165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4A813DAA-828C-5483-23FB-7A5D10E58CE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92877" y="2556000"/>
            <a:ext cx="3675062" cy="56165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934CB1B4-DEF7-1B9B-4CBB-D1CD1074568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81599" y="7613630"/>
            <a:ext cx="4953600" cy="94230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FIRST NAME</a:t>
            </a:r>
          </a:p>
          <a:p>
            <a:pPr lvl="0"/>
            <a:r>
              <a:rPr lang="en-GB" dirty="0"/>
              <a:t>LAST NAME</a:t>
            </a:r>
          </a:p>
        </p:txBody>
      </p:sp>
      <p:sp>
        <p:nvSpPr>
          <p:cNvPr id="71" name="Text Placeholder 30">
            <a:extLst>
              <a:ext uri="{FF2B5EF4-FFF2-40B4-BE49-F238E27FC236}">
                <a16:creationId xmlns:a16="http://schemas.microsoft.com/office/drawing/2014/main" id="{18A4D30D-1E2E-24EA-7C6F-680A939AD2A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81599" y="8691250"/>
            <a:ext cx="4953600" cy="861774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Position at </a:t>
            </a:r>
          </a:p>
          <a:p>
            <a:pPr lvl="0"/>
            <a:r>
              <a:rPr lang="en-GB" dirty="0" err="1"/>
              <a:t>shiftavenue</a:t>
            </a:r>
            <a:endParaRPr lang="en-GB" dirty="0"/>
          </a:p>
        </p:txBody>
      </p:sp>
      <p:sp>
        <p:nvSpPr>
          <p:cNvPr id="73" name="Picture Placeholder 62">
            <a:extLst>
              <a:ext uri="{FF2B5EF4-FFF2-40B4-BE49-F238E27FC236}">
                <a16:creationId xmlns:a16="http://schemas.microsoft.com/office/drawing/2014/main" id="{90002243-1650-E192-4691-328C5EAE3B1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392877" y="2575175"/>
            <a:ext cx="3675062" cy="56165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74" name="Text Placeholder 30">
            <a:extLst>
              <a:ext uri="{FF2B5EF4-FFF2-40B4-BE49-F238E27FC236}">
                <a16:creationId xmlns:a16="http://schemas.microsoft.com/office/drawing/2014/main" id="{4E42948A-0F76-DC60-B254-321FAD2B522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20000" y="7613630"/>
            <a:ext cx="4953600" cy="94230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FIRST NAME</a:t>
            </a:r>
          </a:p>
          <a:p>
            <a:pPr lvl="0"/>
            <a:r>
              <a:rPr lang="en-GB" dirty="0"/>
              <a:t>LAST NAME</a:t>
            </a:r>
          </a:p>
        </p:txBody>
      </p:sp>
      <p:sp>
        <p:nvSpPr>
          <p:cNvPr id="75" name="Text Placeholder 30">
            <a:extLst>
              <a:ext uri="{FF2B5EF4-FFF2-40B4-BE49-F238E27FC236}">
                <a16:creationId xmlns:a16="http://schemas.microsoft.com/office/drawing/2014/main" id="{54B70D05-C93E-FC07-F268-254A331C98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20000" y="8691250"/>
            <a:ext cx="4953600" cy="861774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Position at </a:t>
            </a:r>
          </a:p>
          <a:p>
            <a:pPr lvl="0"/>
            <a:r>
              <a:rPr lang="en-GB" dirty="0" err="1"/>
              <a:t>shiftavenue</a:t>
            </a:r>
            <a:endParaRPr lang="en-GB" dirty="0"/>
          </a:p>
        </p:txBody>
      </p:sp>
      <p:sp>
        <p:nvSpPr>
          <p:cNvPr id="79" name="Text Placeholder 30">
            <a:extLst>
              <a:ext uri="{FF2B5EF4-FFF2-40B4-BE49-F238E27FC236}">
                <a16:creationId xmlns:a16="http://schemas.microsoft.com/office/drawing/2014/main" id="{22F9AA84-1F9B-9889-49A6-0FB04B6889A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51247" y="1073847"/>
            <a:ext cx="5416691" cy="997196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400" b="0" i="0" kern="1200" spc="15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</p:spTree>
    <p:extLst>
      <p:ext uri="{BB962C8B-B14F-4D97-AF65-F5344CB8AC3E}">
        <p14:creationId xmlns:p14="http://schemas.microsoft.com/office/powerpoint/2010/main" val="313172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emeSection_MemeSlide_1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Put your Meme Here for some Giggles</a:t>
            </a:r>
            <a:endParaRPr lang="en-DE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10EEED8-C972-5B24-8CDF-28406020B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46920" y="2880360"/>
            <a:ext cx="749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14C4589-AEE4-06B5-7BDD-286951A8A9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2400" y="2880360"/>
            <a:ext cx="7851599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8643A72-B56D-33D4-ABED-CF27C3285F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9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emeSection_MemeSlide_2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84171" y="2169050"/>
            <a:ext cx="10319658" cy="836383"/>
          </a:xfrm>
        </p:spPr>
        <p:txBody>
          <a:bodyPr wrap="square" anchor="b" anchorCtr="0">
            <a:spAutoFit/>
          </a:bodyPr>
          <a:lstStyle>
            <a:lvl1pPr algn="ctr">
              <a:defRPr sz="6000" cap="all" baseline="0"/>
            </a:lvl1pPr>
          </a:lstStyle>
          <a:p>
            <a:r>
              <a:rPr lang="en-GB" dirty="0"/>
              <a:t>Your Meme Here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9729230-DF5D-E9D3-2B2A-796F36CED18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984171" y="3283621"/>
            <a:ext cx="10319657" cy="49911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5B2CEA-01F0-3B86-1F44-77415A798EF2}"/>
              </a:ext>
            </a:extLst>
          </p:cNvPr>
          <p:cNvCxnSpPr>
            <a:cxnSpLocks/>
          </p:cNvCxnSpPr>
          <p:nvPr userDrawn="1"/>
        </p:nvCxnSpPr>
        <p:spPr>
          <a:xfrm>
            <a:off x="7254000" y="8732524"/>
            <a:ext cx="3780000" cy="0"/>
          </a:xfrm>
          <a:prstGeom prst="line">
            <a:avLst/>
          </a:prstGeom>
          <a:ln w="88900" cap="rnd">
            <a:solidFill>
              <a:schemeClr val="bg2">
                <a:lumMod val="75000"/>
                <a:lumOff val="25000"/>
              </a:schemeClr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21255BB-38E3-F676-19C8-99861054A7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2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MainSection_Text_Singl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7851599" cy="1163395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714400"/>
            <a:ext cx="15773400" cy="5418288"/>
          </a:xfrm>
        </p:spPr>
        <p:txBody>
          <a:bodyPr/>
          <a:lstStyle>
            <a:lvl1pPr marL="0" indent="0">
              <a:buFontTx/>
              <a:buNone/>
              <a:defRPr spc="-30" baseline="0"/>
            </a:lvl1pPr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 sz="2400" baseline="0"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 sz="2400" baseline="0"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3F6CE6-ADDF-A56B-01CD-F1BDF7F43A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MainSection_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14400"/>
            <a:ext cx="7369200" cy="5843082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61500" y="2714400"/>
            <a:ext cx="7369200" cy="5843082"/>
          </a:xfrm>
        </p:spPr>
        <p:txBody>
          <a:bodyPr/>
          <a:lstStyle>
            <a:lvl2pPr marL="920892" indent="-306964">
              <a:buFontTx/>
              <a:buBlip>
                <a:blip r:embed="rId2"/>
              </a:buBlip>
              <a:defRPr/>
            </a:lvl2pPr>
            <a:lvl3pPr marL="1534820" indent="-306964">
              <a:buFontTx/>
              <a:buBlip>
                <a:blip r:embed="rId2"/>
              </a:buBlip>
              <a:defRPr/>
            </a:lvl3pPr>
            <a:lvl4pPr marL="2148749" indent="-306964">
              <a:buFontTx/>
              <a:buBlip>
                <a:blip r:embed="rId2"/>
              </a:buBlip>
              <a:defRPr/>
            </a:lvl4pPr>
            <a:lvl5pPr marL="2762677" indent="-30696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12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FourSectio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14400"/>
            <a:ext cx="7772400" cy="2541131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sz="2400"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35E0CB-C9D3-0ADE-7D74-978A833F998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257300" y="5785482"/>
            <a:ext cx="7772400" cy="2541131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F6ECEA-1865-3649-4C87-5CFB52B97F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639300" y="2714400"/>
            <a:ext cx="7772400" cy="2541131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sz="2400"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A33385-D21F-8A86-E472-A932FCB39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9639300" y="5785482"/>
            <a:ext cx="7772400" cy="2541131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F1CFEC6-381B-F6AA-6C64-BB4BC9A9E0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WorkshopSlide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387B747C-7DB1-7C16-A449-7150F49B6C6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651750" y="2716213"/>
            <a:ext cx="9001414" cy="584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6268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36" y="7898400"/>
            <a:ext cx="3382735" cy="658157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0FAD142-4110-5A2A-D79D-4ED568FC495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75237" y="1076400"/>
            <a:ext cx="5416691" cy="1208216"/>
          </a:xfrm>
        </p:spPr>
        <p:txBody>
          <a:bodyPr wrap="square" anchor="b" anchorCtr="0">
            <a:spAutoFit/>
          </a:bodyPr>
          <a:lstStyle>
            <a:lvl1pPr marL="34290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GB" sz="2400" b="0" i="0" kern="1200" spc="15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61354EB-F377-EB9B-326B-D851EF7B40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2225" y="271608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WORKSHOP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6329CBEC-1391-5695-B8C5-C18F1D04FF3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92225" y="3192365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Outcome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860C3C69-77A5-7BB3-3859-BD44A331366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531864" y="6958876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092670C6-F80D-3B47-37AF-D6C91A69A77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531864" y="7615903"/>
            <a:ext cx="4870800" cy="942309"/>
          </a:xfrm>
        </p:spPr>
        <p:txBody>
          <a:bodyPr anchor="b" anchorCtr="0">
            <a:spAutoFit/>
          </a:bodyPr>
          <a:lstStyle>
            <a:lvl1pPr marL="457200" indent="-457200" algn="l" defTabSz="457200" rtl="0" eaLnBrk="1" latinLnBrk="0" hangingPunct="1">
              <a:buFont typeface="Arial" panose="020B0604020202020204" pitchFamily="34" charset="0"/>
              <a:buChar char="•"/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XX Days</a:t>
            </a:r>
          </a:p>
          <a:p>
            <a:pPr lvl="0"/>
            <a:r>
              <a:rPr lang="en-GB" dirty="0"/>
              <a:t>Follow-up possible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EBA2923-C124-B3FA-656E-0EEFDBA50D6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57300" y="3928918"/>
            <a:ext cx="5661900" cy="462929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pc="15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61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WorkshopSlide_with_Table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387B747C-7DB1-7C16-A449-7150F49B6C6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239000" y="1076400"/>
            <a:ext cx="6408965" cy="748181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6268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87232" y="7898400"/>
            <a:ext cx="3382735" cy="658157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870D44A0-0EA9-49E7-9940-D22D5C7DA0D8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694625" y="4084320"/>
            <a:ext cx="5626800" cy="447389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DE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61354EB-F377-EB9B-326B-D851EF7B40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2225" y="271608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WORKSHOP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6329CBEC-1391-5695-B8C5-C18F1D04FF3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92225" y="3192365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Outcome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860C3C69-77A5-7BB3-3859-BD44A331366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287232" y="107640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TOPICS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FB49B5-03B7-8ECB-FBB1-7D5F928342F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288400" y="1778000"/>
            <a:ext cx="3382963" cy="302995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pc="15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1B5769E9-BE04-40D0-4528-57C14278D66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287004" y="5079486"/>
            <a:ext cx="2614815" cy="387798"/>
          </a:xfrm>
        </p:spPr>
        <p:txBody>
          <a:bodyPr anchor="ctr" anchorCtr="0">
            <a:sp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6B08A2-09D6-10D2-205E-ECB19C31176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288400" y="5764212"/>
            <a:ext cx="3382963" cy="183038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pc="15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8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List_TwoColumns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1">
            <a:extLst>
              <a:ext uri="{FF2B5EF4-FFF2-40B4-BE49-F238E27FC236}">
                <a16:creationId xmlns:a16="http://schemas.microsoft.com/office/drawing/2014/main" id="{2B1136B0-4450-3F8C-74D2-F672FFA56D5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954000" y="54241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1" name="Picture Placeholder 61">
            <a:extLst>
              <a:ext uri="{FF2B5EF4-FFF2-40B4-BE49-F238E27FC236}">
                <a16:creationId xmlns:a16="http://schemas.microsoft.com/office/drawing/2014/main" id="{2A0D372B-23FB-D5CB-7DA7-758CA3175FB9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954000" y="45025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3" name="Picture Placeholder 61">
            <a:extLst>
              <a:ext uri="{FF2B5EF4-FFF2-40B4-BE49-F238E27FC236}">
                <a16:creationId xmlns:a16="http://schemas.microsoft.com/office/drawing/2014/main" id="{A482D941-FAC8-FB35-88BC-DBC7CDE2D7FD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954000" y="35809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4" name="Picture Placeholder 61">
            <a:extLst>
              <a:ext uri="{FF2B5EF4-FFF2-40B4-BE49-F238E27FC236}">
                <a16:creationId xmlns:a16="http://schemas.microsoft.com/office/drawing/2014/main" id="{211190FE-10D3-D267-BA46-C2BF5F58872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954000" y="265157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AD7174FA-4813-D575-D867-BCCBB51F1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78000" y="2788375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Name: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FD0D1685-58AD-A9AB-F253-FD365C1DAC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8000" y="371590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Manager: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2B11F4C0-6B61-E209-2FE0-0120BDDF2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78000" y="4639054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Code:</a:t>
            </a:r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BB80A5C4-A418-A620-7E72-EC35605C02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8000" y="556985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Date of Status Entry:</a:t>
            </a:r>
          </a:p>
        </p:txBody>
      </p:sp>
      <p:sp>
        <p:nvSpPr>
          <p:cNvPr id="52" name="Picture Placeholder 61">
            <a:extLst>
              <a:ext uri="{FF2B5EF4-FFF2-40B4-BE49-F238E27FC236}">
                <a16:creationId xmlns:a16="http://schemas.microsoft.com/office/drawing/2014/main" id="{3DEE11C1-1289-D538-0152-ED94D607F20E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954000" y="63457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4D6C6277-9BDD-193C-4096-9E860308B8C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278000" y="648070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Period </a:t>
            </a:r>
            <a:r>
              <a:rPr lang="en-GB" dirty="0" err="1"/>
              <a:t>Conveil</a:t>
            </a:r>
            <a:r>
              <a:rPr lang="en-GB" dirty="0"/>
              <a:t>:</a:t>
            </a:r>
          </a:p>
        </p:txBody>
      </p:sp>
      <p:sp>
        <p:nvSpPr>
          <p:cNvPr id="55" name="Picture Placeholder 59">
            <a:extLst>
              <a:ext uri="{FF2B5EF4-FFF2-40B4-BE49-F238E27FC236}">
                <a16:creationId xmlns:a16="http://schemas.microsoft.com/office/drawing/2014/main" id="{AADEB30B-2DAE-CF74-580F-E0FADD314093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445399" y="356957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6" name="Picture Placeholder 59">
            <a:extLst>
              <a:ext uri="{FF2B5EF4-FFF2-40B4-BE49-F238E27FC236}">
                <a16:creationId xmlns:a16="http://schemas.microsoft.com/office/drawing/2014/main" id="{56A59BE9-056F-1DF1-7942-A28117957EFB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445400" y="2650857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8" name="Text Placeholder 30">
            <a:extLst>
              <a:ext uri="{FF2B5EF4-FFF2-40B4-BE49-F238E27FC236}">
                <a16:creationId xmlns:a16="http://schemas.microsoft.com/office/drawing/2014/main" id="{A746F899-5A85-90FE-BDDF-E40F4DE5128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flipH="1">
            <a:off x="6647386" y="2790095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0" name="Text Placeholder 30">
            <a:extLst>
              <a:ext uri="{FF2B5EF4-FFF2-40B4-BE49-F238E27FC236}">
                <a16:creationId xmlns:a16="http://schemas.microsoft.com/office/drawing/2014/main" id="{AB1A70F4-3C52-B55F-2C91-178C921575A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 flipH="1">
            <a:off x="6647385" y="3723340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1" name="Picture Placeholder 59">
            <a:extLst>
              <a:ext uri="{FF2B5EF4-FFF2-40B4-BE49-F238E27FC236}">
                <a16:creationId xmlns:a16="http://schemas.microsoft.com/office/drawing/2014/main" id="{68D6D8E6-C68D-5D1B-173E-DC5E77B1530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6445398" y="5418321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59">
            <a:extLst>
              <a:ext uri="{FF2B5EF4-FFF2-40B4-BE49-F238E27FC236}">
                <a16:creationId xmlns:a16="http://schemas.microsoft.com/office/drawing/2014/main" id="{89C0D8FC-7E18-B2F7-5C1D-94B81F38F8CA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445398" y="450253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5A5F9D0D-CE06-9C25-845B-1A75B14913A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 flipH="1">
            <a:off x="6647384" y="4641773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215C9821-42EB-2046-7668-C7EC0DA09C29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 flipH="1">
            <a:off x="6647384" y="5573669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6" name="Picture Placeholder 59">
            <a:extLst>
              <a:ext uri="{FF2B5EF4-FFF2-40B4-BE49-F238E27FC236}">
                <a16:creationId xmlns:a16="http://schemas.microsoft.com/office/drawing/2014/main" id="{9169CA3D-D23B-7699-8081-068BAADCE5F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45398" y="634573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7" name="Text Placeholder 30">
            <a:extLst>
              <a:ext uri="{FF2B5EF4-FFF2-40B4-BE49-F238E27FC236}">
                <a16:creationId xmlns:a16="http://schemas.microsoft.com/office/drawing/2014/main" id="{235E8D43-EA16-95AD-4430-839B4BF287D4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 flipH="1">
            <a:off x="6647384" y="6484973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ED035149-8CF7-C7AA-9C7A-8818846C6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302428"/>
            <a:ext cx="7851600" cy="581698"/>
          </a:xfrm>
        </p:spPr>
        <p:txBody>
          <a:bodyPr/>
          <a:lstStyle/>
          <a:p>
            <a:r>
              <a:rPr lang="en-GB" dirty="0"/>
              <a:t>Status Update </a:t>
            </a:r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1BE41F-0395-A189-BAC9-7A2F3F108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70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SingleColumn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59">
            <a:extLst>
              <a:ext uri="{FF2B5EF4-FFF2-40B4-BE49-F238E27FC236}">
                <a16:creationId xmlns:a16="http://schemas.microsoft.com/office/drawing/2014/main" id="{DB72F2E6-5211-B440-F6D7-EBC61DEBAD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892098" y="7203600"/>
            <a:ext cx="16066971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5" name="Picture Placeholder 61">
            <a:extLst>
              <a:ext uri="{FF2B5EF4-FFF2-40B4-BE49-F238E27FC236}">
                <a16:creationId xmlns:a16="http://schemas.microsoft.com/office/drawing/2014/main" id="{BEC6EDD6-99C1-5EA4-1A4B-D271B4442D1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892097" y="6282000"/>
            <a:ext cx="16067494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6" name="Picture Placeholder 61">
            <a:extLst>
              <a:ext uri="{FF2B5EF4-FFF2-40B4-BE49-F238E27FC236}">
                <a16:creationId xmlns:a16="http://schemas.microsoft.com/office/drawing/2014/main" id="{BC40674E-A019-D22F-5455-E23E819F691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892097" y="5360400"/>
            <a:ext cx="16067496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4" name="Picture Placeholder 61">
            <a:extLst>
              <a:ext uri="{FF2B5EF4-FFF2-40B4-BE49-F238E27FC236}">
                <a16:creationId xmlns:a16="http://schemas.microsoft.com/office/drawing/2014/main" id="{9A0F7FBE-A1B0-B17E-095E-3E2FBA68515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892097" y="4438800"/>
            <a:ext cx="16067498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28E9F379-C7AA-03CB-4F5E-F4A67600309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892098" y="3517200"/>
            <a:ext cx="160674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7" y="2662238"/>
            <a:ext cx="16066971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2401" y="2801436"/>
            <a:ext cx="14400000" cy="459272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09C0FCD-0FCD-0C10-42F8-B084436F314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328400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07AB59A-6FF6-3F8F-F3F5-1B0071969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92399" y="365806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24ED34FE-D086-B639-1340-86F64B4B3F6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328400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B09CDD19-6087-1EC9-01F6-F4E07CF02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2399" y="4573766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13B3413-AE83-25FA-3821-BC711C322B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28400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AD44AD0D-41C3-B0D2-B8BB-E2770E233C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92399" y="549691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D81F39E-2B26-3A96-0924-10230F92B8B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28400" y="638982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85CEF171-6DA3-3705-C92B-62AEBE4EC3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92399" y="6427716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E46ADC83-7A1F-F98B-07C6-0600DC41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28400" y="73121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1A02F5D-F863-02B0-1F68-46BBB1700F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92402" y="734318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109AD9D-5F95-1227-70C3-C5A16017E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02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TwoColumns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59">
            <a:extLst>
              <a:ext uri="{FF2B5EF4-FFF2-40B4-BE49-F238E27FC236}">
                <a16:creationId xmlns:a16="http://schemas.microsoft.com/office/drawing/2014/main" id="{9C811E89-F29E-D738-825B-E18920609F3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 flipH="1">
            <a:off x="9762672" y="8098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0" name="Picture Placeholder 59">
            <a:extLst>
              <a:ext uri="{FF2B5EF4-FFF2-40B4-BE49-F238E27FC236}">
                <a16:creationId xmlns:a16="http://schemas.microsoft.com/office/drawing/2014/main" id="{C6DB15FC-073F-7BE4-E69F-80E983630D9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 flipH="1">
            <a:off x="9762672" y="72030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5" name="Picture Placeholder 61">
            <a:extLst>
              <a:ext uri="{FF2B5EF4-FFF2-40B4-BE49-F238E27FC236}">
                <a16:creationId xmlns:a16="http://schemas.microsoft.com/office/drawing/2014/main" id="{0DA142CE-B627-2CAE-B026-9D24BDB15DC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 flipH="1">
            <a:off x="10738270" y="62802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6" name="Picture Placeholder 61">
            <a:extLst>
              <a:ext uri="{FF2B5EF4-FFF2-40B4-BE49-F238E27FC236}">
                <a16:creationId xmlns:a16="http://schemas.microsoft.com/office/drawing/2014/main" id="{4886DDC5-2364-CC91-6FDD-16C3D296CBEA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 flipH="1" flipV="1">
            <a:off x="10738270" y="53586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7" name="Picture Placeholder 61">
            <a:extLst>
              <a:ext uri="{FF2B5EF4-FFF2-40B4-BE49-F238E27FC236}">
                <a16:creationId xmlns:a16="http://schemas.microsoft.com/office/drawing/2014/main" id="{6F4DD588-15FA-60C7-32FC-4607267499A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10738270" y="44370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8" name="Picture Placeholder 61">
            <a:extLst>
              <a:ext uri="{FF2B5EF4-FFF2-40B4-BE49-F238E27FC236}">
                <a16:creationId xmlns:a16="http://schemas.microsoft.com/office/drawing/2014/main" id="{9D8CEC3F-96F0-AFFB-0F45-CB71AF52A7C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 flipH="1">
            <a:off x="10738270" y="35154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0" name="Picture Placeholder 59">
            <a:extLst>
              <a:ext uri="{FF2B5EF4-FFF2-40B4-BE49-F238E27FC236}">
                <a16:creationId xmlns:a16="http://schemas.microsoft.com/office/drawing/2014/main" id="{16495656-1A5D-EA5C-F772-A4F7817E7AC0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9763200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9" name="Picture Placeholder 59">
            <a:extLst>
              <a:ext uri="{FF2B5EF4-FFF2-40B4-BE49-F238E27FC236}">
                <a16:creationId xmlns:a16="http://schemas.microsoft.com/office/drawing/2014/main" id="{56CD727D-80F0-635C-0E2A-FA85E85970E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892099" y="81000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8" name="Picture Placeholder 59">
            <a:extLst>
              <a:ext uri="{FF2B5EF4-FFF2-40B4-BE49-F238E27FC236}">
                <a16:creationId xmlns:a16="http://schemas.microsoft.com/office/drawing/2014/main" id="{DB72F2E6-5211-B440-F6D7-EBC61DEBAD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892099" y="72036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5" name="Picture Placeholder 61">
            <a:extLst>
              <a:ext uri="{FF2B5EF4-FFF2-40B4-BE49-F238E27FC236}">
                <a16:creationId xmlns:a16="http://schemas.microsoft.com/office/drawing/2014/main" id="{BEC6EDD6-99C1-5EA4-1A4B-D271B4442D1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1868400" y="62820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6" name="Picture Placeholder 61">
            <a:extLst>
              <a:ext uri="{FF2B5EF4-FFF2-40B4-BE49-F238E27FC236}">
                <a16:creationId xmlns:a16="http://schemas.microsoft.com/office/drawing/2014/main" id="{BC40674E-A019-D22F-5455-E23E819F691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68400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4" name="Picture Placeholder 61">
            <a:extLst>
              <a:ext uri="{FF2B5EF4-FFF2-40B4-BE49-F238E27FC236}">
                <a16:creationId xmlns:a16="http://schemas.microsoft.com/office/drawing/2014/main" id="{9A0F7FBE-A1B0-B17E-095E-3E2FBA68515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68400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28E9F379-C7AA-03CB-4F5E-F4A67600309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68400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8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0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2403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09C0FCD-0FCD-0C10-42F8-B084436F314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92403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07AB59A-6FF6-3F8F-F3F5-1B0071969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23652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24ED34FE-D086-B639-1340-86F64B4B3F6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92403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B09CDD19-6087-1EC9-01F6-F4E07CF02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0403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13B3413-AE83-25FA-3821-BC711C322B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192403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AD44AD0D-41C3-B0D2-B8BB-E2770E233C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0403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D81F39E-2B26-3A96-0924-10230F92B8B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192403" y="638982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85CEF171-6DA3-3705-C92B-62AEBE4EC3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20402" y="642771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E46ADC83-7A1F-F98B-07C6-0600DC41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28400" y="73121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1A02F5D-F863-02B0-1F68-46BBB1700F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192402" y="73431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9719F24D-709C-B4D6-7CCB-71A2EEBD619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28400" y="820782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88472377-C481-E89A-AA3E-EB119606F45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92402" y="82395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DA1A5094-B6F8-B368-A1D4-6FBFA8B647A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flipH="1">
            <a:off x="10198270" y="276070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11ABC4BE-51EB-E80F-1F2B-33BFC0F6AA4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11062272" y="2799673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</a:t>
            </a:r>
            <a:r>
              <a:rPr lang="en-GB" dirty="0" err="1"/>
              <a:t>Maste</a:t>
            </a:r>
            <a:r>
              <a:rPr lang="en-GB" dirty="0"/>
              <a:t> text styles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F7175CA6-59FC-E1E9-40C9-5429A32BCE2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 flipH="1">
            <a:off x="11062272" y="362393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DB3E0848-7A5C-7FAD-2339-E9B9432F8E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11890272" y="365570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1" name="Picture Placeholder 19">
            <a:extLst>
              <a:ext uri="{FF2B5EF4-FFF2-40B4-BE49-F238E27FC236}">
                <a16:creationId xmlns:a16="http://schemas.microsoft.com/office/drawing/2014/main" id="{AE8BA26A-4B8B-2492-0E91-E9206258206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 flipH="1">
            <a:off x="11062272" y="454335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06A3417D-D48B-FF4C-38F7-3B20FB64DF5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11890272" y="4575115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7F7A228A-FC17-91EC-CEEC-3B3F2CAD191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H="1">
            <a:off x="11062272" y="545635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2EB582BC-DCE9-E202-BC80-9BE24F67AA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11890272" y="548812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7" name="Picture Placeholder 19">
            <a:extLst>
              <a:ext uri="{FF2B5EF4-FFF2-40B4-BE49-F238E27FC236}">
                <a16:creationId xmlns:a16="http://schemas.microsoft.com/office/drawing/2014/main" id="{015F9753-24CE-D6FB-F61A-FD497631F5C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 flipH="1">
            <a:off x="11062272" y="638220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8" name="Text Placeholder 30">
            <a:extLst>
              <a:ext uri="{FF2B5EF4-FFF2-40B4-BE49-F238E27FC236}">
                <a16:creationId xmlns:a16="http://schemas.microsoft.com/office/drawing/2014/main" id="{3C15B715-D8F5-F34A-236E-0571745F87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1890272" y="6413967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50" name="Picture Placeholder 19">
            <a:extLst>
              <a:ext uri="{FF2B5EF4-FFF2-40B4-BE49-F238E27FC236}">
                <a16:creationId xmlns:a16="http://schemas.microsoft.com/office/drawing/2014/main" id="{5DCBEBCF-EBCF-9B0C-0491-C890ED0E14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 flipH="1">
            <a:off x="10198269" y="730966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26791A84-540D-AF2C-6026-0237AE88EC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flipH="1">
            <a:off x="11062271" y="734142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Picture Placeholder 19">
            <a:extLst>
              <a:ext uri="{FF2B5EF4-FFF2-40B4-BE49-F238E27FC236}">
                <a16:creationId xmlns:a16="http://schemas.microsoft.com/office/drawing/2014/main" id="{9FF96C4F-2A27-5AD3-C69D-6986DB50B02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10198269" y="821591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7D0BE44A-EBCC-1CC9-EEBC-BF696BEDC5C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 flipH="1">
            <a:off x="11062271" y="8247682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B27FDF-E606-6314-8D80-7E70CAF07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51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TwoColumns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61">
            <a:extLst>
              <a:ext uri="{FF2B5EF4-FFF2-40B4-BE49-F238E27FC236}">
                <a16:creationId xmlns:a16="http://schemas.microsoft.com/office/drawing/2014/main" id="{0DA142CE-B627-2CAE-B026-9D24BDB15DC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 flipH="1">
            <a:off x="10738270" y="62802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6" name="Picture Placeholder 61">
            <a:extLst>
              <a:ext uri="{FF2B5EF4-FFF2-40B4-BE49-F238E27FC236}">
                <a16:creationId xmlns:a16="http://schemas.microsoft.com/office/drawing/2014/main" id="{4886DDC5-2364-CC91-6FDD-16C3D296CBEA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 flipH="1" flipV="1">
            <a:off x="10738270" y="53586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7" name="Picture Placeholder 61">
            <a:extLst>
              <a:ext uri="{FF2B5EF4-FFF2-40B4-BE49-F238E27FC236}">
                <a16:creationId xmlns:a16="http://schemas.microsoft.com/office/drawing/2014/main" id="{6F4DD588-15FA-60C7-32FC-4607267499A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10738270" y="44370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8" name="Picture Placeholder 61">
            <a:extLst>
              <a:ext uri="{FF2B5EF4-FFF2-40B4-BE49-F238E27FC236}">
                <a16:creationId xmlns:a16="http://schemas.microsoft.com/office/drawing/2014/main" id="{9D8CEC3F-96F0-AFFB-0F45-CB71AF52A7C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 flipH="1">
            <a:off x="10738270" y="35154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0" name="Picture Placeholder 59">
            <a:extLst>
              <a:ext uri="{FF2B5EF4-FFF2-40B4-BE49-F238E27FC236}">
                <a16:creationId xmlns:a16="http://schemas.microsoft.com/office/drawing/2014/main" id="{16495656-1A5D-EA5C-F772-A4F7817E7AC0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9763200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5" name="Picture Placeholder 61">
            <a:extLst>
              <a:ext uri="{FF2B5EF4-FFF2-40B4-BE49-F238E27FC236}">
                <a16:creationId xmlns:a16="http://schemas.microsoft.com/office/drawing/2014/main" id="{BEC6EDD6-99C1-5EA4-1A4B-D271B4442D1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1868400" y="62820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6" name="Picture Placeholder 61">
            <a:extLst>
              <a:ext uri="{FF2B5EF4-FFF2-40B4-BE49-F238E27FC236}">
                <a16:creationId xmlns:a16="http://schemas.microsoft.com/office/drawing/2014/main" id="{BC40674E-A019-D22F-5455-E23E819F691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68400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4" name="Picture Placeholder 61">
            <a:extLst>
              <a:ext uri="{FF2B5EF4-FFF2-40B4-BE49-F238E27FC236}">
                <a16:creationId xmlns:a16="http://schemas.microsoft.com/office/drawing/2014/main" id="{9A0F7FBE-A1B0-B17E-095E-3E2FBA68515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68400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28E9F379-C7AA-03CB-4F5E-F4A67600309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68400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8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2403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09C0FCD-0FCD-0C10-42F8-B084436F314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92403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07AB59A-6FF6-3F8F-F3F5-1B0071969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23652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24ED34FE-D086-B639-1340-86F64B4B3F6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92403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B09CDD19-6087-1EC9-01F6-F4E07CF02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0403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13B3413-AE83-25FA-3821-BC711C322B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192403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AD44AD0D-41C3-B0D2-B8BB-E2770E233C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0403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D81F39E-2B26-3A96-0924-10230F92B8B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192403" y="638982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85CEF171-6DA3-3705-C92B-62AEBE4EC3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20402" y="642771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DA1A5094-B6F8-B368-A1D4-6FBFA8B647A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flipH="1">
            <a:off x="10198270" y="276070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11ABC4BE-51EB-E80F-1F2B-33BFC0F6AA4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11062272" y="2799673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</a:t>
            </a:r>
            <a:r>
              <a:rPr lang="en-GB" dirty="0" err="1"/>
              <a:t>Maste</a:t>
            </a:r>
            <a:r>
              <a:rPr lang="en-GB" dirty="0"/>
              <a:t> text styles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F7175CA6-59FC-E1E9-40C9-5429A32BCE2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 flipH="1">
            <a:off x="11062272" y="362393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DB3E0848-7A5C-7FAD-2339-E9B9432F8E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11890272" y="365570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1" name="Picture Placeholder 19">
            <a:extLst>
              <a:ext uri="{FF2B5EF4-FFF2-40B4-BE49-F238E27FC236}">
                <a16:creationId xmlns:a16="http://schemas.microsoft.com/office/drawing/2014/main" id="{AE8BA26A-4B8B-2492-0E91-E9206258206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 flipH="1">
            <a:off x="11062272" y="454335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06A3417D-D48B-FF4C-38F7-3B20FB64DF5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11890272" y="4575115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7F7A228A-FC17-91EC-CEEC-3B3F2CAD191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H="1">
            <a:off x="11062272" y="545635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2EB582BC-DCE9-E202-BC80-9BE24F67AA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11890272" y="548812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7" name="Picture Placeholder 19">
            <a:extLst>
              <a:ext uri="{FF2B5EF4-FFF2-40B4-BE49-F238E27FC236}">
                <a16:creationId xmlns:a16="http://schemas.microsoft.com/office/drawing/2014/main" id="{015F9753-24CE-D6FB-F61A-FD497631F5C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 flipH="1">
            <a:off x="11062272" y="638220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8" name="Text Placeholder 30">
            <a:extLst>
              <a:ext uri="{FF2B5EF4-FFF2-40B4-BE49-F238E27FC236}">
                <a16:creationId xmlns:a16="http://schemas.microsoft.com/office/drawing/2014/main" id="{3C15B715-D8F5-F34A-236E-0571745F87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1890272" y="6413967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6" name="Picture Placeholder 61">
            <a:extLst>
              <a:ext uri="{FF2B5EF4-FFF2-40B4-BE49-F238E27FC236}">
                <a16:creationId xmlns:a16="http://schemas.microsoft.com/office/drawing/2014/main" id="{EDB4088E-9739-0F09-92F9-1EE8C23619A7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1868400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83AF658-7B17-727F-0F43-D780C1163333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192403" y="73122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3C453EC6-D77A-6679-F366-534A8E21DCB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020403" y="73385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6" name="Picture Placeholder 61">
            <a:extLst>
              <a:ext uri="{FF2B5EF4-FFF2-40B4-BE49-F238E27FC236}">
                <a16:creationId xmlns:a16="http://schemas.microsoft.com/office/drawing/2014/main" id="{CB2D186A-5BA0-D96B-A855-6DF17FB182D7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 flipH="1">
            <a:off x="10738270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8A43A854-604A-588F-37AA-2AB0E8C68736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1062273" y="73122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97A0874A-2F9C-78EC-CD5B-F902171B9DE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890273" y="73385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0C68715-7FE3-7833-499B-1791E7317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595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TwoColumns_3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59">
            <a:extLst>
              <a:ext uri="{FF2B5EF4-FFF2-40B4-BE49-F238E27FC236}">
                <a16:creationId xmlns:a16="http://schemas.microsoft.com/office/drawing/2014/main" id="{DB72F2E6-5211-B440-F6D7-EBC61DEBAD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892099" y="72036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8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2403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E46ADC83-7A1F-F98B-07C6-0600DC41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28400" y="73121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1A02F5D-F863-02B0-1F68-46BBB1700F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192402" y="73431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59">
            <a:extLst>
              <a:ext uri="{FF2B5EF4-FFF2-40B4-BE49-F238E27FC236}">
                <a16:creationId xmlns:a16="http://schemas.microsoft.com/office/drawing/2014/main" id="{BACC7A19-D462-EB96-26CB-2046C47467F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892099" y="44534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" name="Picture Placeholder 59">
            <a:extLst>
              <a:ext uri="{FF2B5EF4-FFF2-40B4-BE49-F238E27FC236}">
                <a16:creationId xmlns:a16="http://schemas.microsoft.com/office/drawing/2014/main" id="{6F8EE43B-2E8F-8615-E39E-302CFB33F07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 flipH="1">
            <a:off x="892099" y="35570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DE316662-6CF8-4A75-D332-6C31A2C951E4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328400" y="3665606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290B523-58E9-4294-7FDC-1AF3DF63EDA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2192402" y="36966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3FF60A2E-FE19-FF29-43D2-2211C34061DC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328400" y="456131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5010D9B5-E901-FF6B-071A-466E8A2AF8F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192402" y="45930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cture Placeholder 59">
            <a:extLst>
              <a:ext uri="{FF2B5EF4-FFF2-40B4-BE49-F238E27FC236}">
                <a16:creationId xmlns:a16="http://schemas.microsoft.com/office/drawing/2014/main" id="{AA590CF3-9EEF-2C47-E6D2-A3C9C86C59D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 flipH="1">
            <a:off x="892099" y="62907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4" name="Picture Placeholder 59">
            <a:extLst>
              <a:ext uri="{FF2B5EF4-FFF2-40B4-BE49-F238E27FC236}">
                <a16:creationId xmlns:a16="http://schemas.microsoft.com/office/drawing/2014/main" id="{64ADC68B-9E96-4EA8-620C-8F97D250CE61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 flipH="1">
            <a:off x="892099" y="53943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D81209B2-F17F-67D0-EDF3-80980728FD96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328400" y="550282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9FD3291A-94FA-59D9-4850-7965F2A2C17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2192402" y="55338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1FE80B29-CF5C-B751-F6BF-5CC70A4DB6FE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328400" y="639853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F38F5CC7-AD4B-BC1B-8EC9-12DE3175A6A7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2192402" y="64302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59">
            <a:extLst>
              <a:ext uri="{FF2B5EF4-FFF2-40B4-BE49-F238E27FC236}">
                <a16:creationId xmlns:a16="http://schemas.microsoft.com/office/drawing/2014/main" id="{B789963A-057D-492B-C135-17110F7128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 flipH="1">
            <a:off x="9762674" y="72036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9" name="Picture Placeholder 59">
            <a:extLst>
              <a:ext uri="{FF2B5EF4-FFF2-40B4-BE49-F238E27FC236}">
                <a16:creationId xmlns:a16="http://schemas.microsoft.com/office/drawing/2014/main" id="{450C34BF-8A74-5E05-DCE2-04FB9AA4729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 flipH="1">
            <a:off x="9763203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D34B659B-C37D-1A49-CBE3-CBCAE6E6C85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0198976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27139F38-5095-C98C-6912-F1EFF9556067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11062978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Picture Placeholder 19">
            <a:extLst>
              <a:ext uri="{FF2B5EF4-FFF2-40B4-BE49-F238E27FC236}">
                <a16:creationId xmlns:a16="http://schemas.microsoft.com/office/drawing/2014/main" id="{8A5249B4-A536-F915-B1AF-9FBBE55E97CC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198975" y="73121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9670EEE9-08F1-C8E6-237E-FA058B2DC8E9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11062977" y="73431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6" name="Picture Placeholder 59">
            <a:extLst>
              <a:ext uri="{FF2B5EF4-FFF2-40B4-BE49-F238E27FC236}">
                <a16:creationId xmlns:a16="http://schemas.microsoft.com/office/drawing/2014/main" id="{1C28ACE3-5760-42A5-43FE-714E698A3BF3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 flipH="1">
            <a:off x="9762674" y="44534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9" name="Picture Placeholder 59">
            <a:extLst>
              <a:ext uri="{FF2B5EF4-FFF2-40B4-BE49-F238E27FC236}">
                <a16:creationId xmlns:a16="http://schemas.microsoft.com/office/drawing/2014/main" id="{30E022FF-D98A-1578-0DDA-F22864D55131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 flipH="1">
            <a:off x="9762674" y="35570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CE6081C6-076E-6ECB-8849-63A63938E565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0198975" y="3665606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5" name="Text Placeholder 30">
            <a:extLst>
              <a:ext uri="{FF2B5EF4-FFF2-40B4-BE49-F238E27FC236}">
                <a16:creationId xmlns:a16="http://schemas.microsoft.com/office/drawing/2014/main" id="{3F48FBF0-90A5-1BFE-F48F-8C668E57277A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11062977" y="36966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6" name="Picture Placeholder 19">
            <a:extLst>
              <a:ext uri="{FF2B5EF4-FFF2-40B4-BE49-F238E27FC236}">
                <a16:creationId xmlns:a16="http://schemas.microsoft.com/office/drawing/2014/main" id="{672A5A8C-8E75-70DE-78E5-57016A4983D1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0198975" y="456131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7" name="Text Placeholder 30">
            <a:extLst>
              <a:ext uri="{FF2B5EF4-FFF2-40B4-BE49-F238E27FC236}">
                <a16:creationId xmlns:a16="http://schemas.microsoft.com/office/drawing/2014/main" id="{07720C25-25B7-66EA-4D2C-E0FDDC39AB23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11062977" y="45930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8" name="Picture Placeholder 59">
            <a:extLst>
              <a:ext uri="{FF2B5EF4-FFF2-40B4-BE49-F238E27FC236}">
                <a16:creationId xmlns:a16="http://schemas.microsoft.com/office/drawing/2014/main" id="{9BCDEE20-3A38-90AB-AB08-FA94FDA41A72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 flipH="1">
            <a:off x="9762674" y="62907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9" name="Picture Placeholder 59">
            <a:extLst>
              <a:ext uri="{FF2B5EF4-FFF2-40B4-BE49-F238E27FC236}">
                <a16:creationId xmlns:a16="http://schemas.microsoft.com/office/drawing/2014/main" id="{67673779-044A-1443-A262-C991B79286F9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 flipH="1">
            <a:off x="9762674" y="53943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1" name="Picture Placeholder 19">
            <a:extLst>
              <a:ext uri="{FF2B5EF4-FFF2-40B4-BE49-F238E27FC236}">
                <a16:creationId xmlns:a16="http://schemas.microsoft.com/office/drawing/2014/main" id="{300242C4-B04C-C50C-4960-6EDC0A5F8F19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0198975" y="550282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7A3993B0-DB20-204B-898A-6DAD59EFB2CD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11062977" y="55338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Picture Placeholder 19">
            <a:extLst>
              <a:ext uri="{FF2B5EF4-FFF2-40B4-BE49-F238E27FC236}">
                <a16:creationId xmlns:a16="http://schemas.microsoft.com/office/drawing/2014/main" id="{595AC4C2-FDB4-F30A-4EE8-96E047485E46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10198975" y="639853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71" name="Text Placeholder 30">
            <a:extLst>
              <a:ext uri="{FF2B5EF4-FFF2-40B4-BE49-F238E27FC236}">
                <a16:creationId xmlns:a16="http://schemas.microsoft.com/office/drawing/2014/main" id="{FE272445-C6BF-E036-41F9-7464BBDA0AFA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11062977" y="64302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67882CB-6C63-5D18-8953-C5E69D79F8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338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with_IMG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Picture Placeholder 61">
            <a:extLst>
              <a:ext uri="{FF2B5EF4-FFF2-40B4-BE49-F238E27FC236}">
                <a16:creationId xmlns:a16="http://schemas.microsoft.com/office/drawing/2014/main" id="{060748FB-0636-5A50-6F74-C7A723224FA8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76109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61">
            <a:extLst>
              <a:ext uri="{FF2B5EF4-FFF2-40B4-BE49-F238E27FC236}">
                <a16:creationId xmlns:a16="http://schemas.microsoft.com/office/drawing/2014/main" id="{145B007A-4141-1AF0-B9D9-133D7C89264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76109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61">
            <a:extLst>
              <a:ext uri="{FF2B5EF4-FFF2-40B4-BE49-F238E27FC236}">
                <a16:creationId xmlns:a16="http://schemas.microsoft.com/office/drawing/2014/main" id="{6CC832A4-6FB5-BA76-81C5-0749E76BDBA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76109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13524915-F82B-964C-D6A5-171E16F357B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900337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9CEAC32-50D1-C3A6-B348-C2FF122E3D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36110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4CE6F977-E2B5-40D2-D886-C083E0FAE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00112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CD33C98-84E4-AE0B-BC60-C8735727D7E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00112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FDE96F9C-9029-2FC1-BC89-EA76C93919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1361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3152020B-E1F6-F134-BD11-22CAEE13B8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00112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58CD1E21-439E-6914-068A-EAC7E11D9E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8112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AA2F339-8461-04C0-8C1A-3BC81E2EDE7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00112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E33803DB-BB3B-1679-301A-3161655608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8112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343252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9" name="Picture Placeholder 59">
            <a:extLst>
              <a:ext uri="{FF2B5EF4-FFF2-40B4-BE49-F238E27FC236}">
                <a16:creationId xmlns:a16="http://schemas.microsoft.com/office/drawing/2014/main" id="{691B3BB5-3FB6-AEF4-5107-872B9C82F9F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899809" y="628781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A8D06370-F10F-7A83-10AB-A613F8DF44D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36110" y="639564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B60F1E65-5188-8C5E-E075-E032118D81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200112" y="642740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Picture Placeholder 59">
            <a:extLst>
              <a:ext uri="{FF2B5EF4-FFF2-40B4-BE49-F238E27FC236}">
                <a16:creationId xmlns:a16="http://schemas.microsoft.com/office/drawing/2014/main" id="{BA6999C6-0571-9D82-7515-F2CE2D763DAC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899808" y="724984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7" name="Picture Placeholder 19">
            <a:extLst>
              <a:ext uri="{FF2B5EF4-FFF2-40B4-BE49-F238E27FC236}">
                <a16:creationId xmlns:a16="http://schemas.microsoft.com/office/drawing/2014/main" id="{230405DA-1992-0343-FA5E-50A48491FFA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336109" y="735766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CD16CBF9-B935-C5EE-1126-ABD9B9A0D46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200111" y="738942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D2BC48-DDC2-1690-B664-42B1E6B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21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with_IMG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13524915-F82B-964C-D6A5-171E16F357B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900337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9CEAC32-50D1-C3A6-B348-C2FF122E3D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36110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4CE6F977-E2B5-40D2-D886-C083E0FAE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00112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401974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9" name="Picture Placeholder 59">
            <a:extLst>
              <a:ext uri="{FF2B5EF4-FFF2-40B4-BE49-F238E27FC236}">
                <a16:creationId xmlns:a16="http://schemas.microsoft.com/office/drawing/2014/main" id="{691B3BB5-3FB6-AEF4-5107-872B9C82F9F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892100" y="544242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A8D06370-F10F-7A83-10AB-A613F8DF44D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28401" y="555025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B60F1E65-5188-8C5E-E075-E032118D81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92403" y="558201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Picture Placeholder 59">
            <a:extLst>
              <a:ext uri="{FF2B5EF4-FFF2-40B4-BE49-F238E27FC236}">
                <a16:creationId xmlns:a16="http://schemas.microsoft.com/office/drawing/2014/main" id="{BA6999C6-0571-9D82-7515-F2CE2D763DAC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892100" y="6369154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7" name="Picture Placeholder 19">
            <a:extLst>
              <a:ext uri="{FF2B5EF4-FFF2-40B4-BE49-F238E27FC236}">
                <a16:creationId xmlns:a16="http://schemas.microsoft.com/office/drawing/2014/main" id="{230405DA-1992-0343-FA5E-50A48491FFA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328401" y="647697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CD16CBF9-B935-C5EE-1126-ABD9B9A0D46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192403" y="6508743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59">
            <a:extLst>
              <a:ext uri="{FF2B5EF4-FFF2-40B4-BE49-F238E27FC236}">
                <a16:creationId xmlns:a16="http://schemas.microsoft.com/office/drawing/2014/main" id="{E4C3275E-1F41-701D-8B3C-B7B469DC3B7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899808" y="358896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4C3517E1-F769-9336-200B-43D31246A0E5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336109" y="369679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4EECD11-3C36-4A76-F0E3-CF6873B9A7B4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200111" y="372855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Picture Placeholder 59">
            <a:extLst>
              <a:ext uri="{FF2B5EF4-FFF2-40B4-BE49-F238E27FC236}">
                <a16:creationId xmlns:a16="http://schemas.microsoft.com/office/drawing/2014/main" id="{89E45B30-0361-D52F-C6B3-EBC98E9C9FD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 flipH="1">
            <a:off x="892100" y="4515696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E954DC79-6230-AA78-FD2A-667B8B6A9D7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1328401" y="46235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CBC5074-6262-04E4-8F2A-6B20F658A008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2192403" y="465528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Picture Placeholder 59">
            <a:extLst>
              <a:ext uri="{FF2B5EF4-FFF2-40B4-BE49-F238E27FC236}">
                <a16:creationId xmlns:a16="http://schemas.microsoft.com/office/drawing/2014/main" id="{0A53FC23-C95A-862B-5E9C-593014F1377E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 flipH="1">
            <a:off x="899808" y="7308562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ABC4FDED-760F-F0BA-D9A2-13743044D1A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336109" y="7416387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75FAC1C1-EBE2-2A74-B75B-8EE09496F8A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2200111" y="7448151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FFB77A1-ACB1-49DC-8D94-3A311D7BAD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87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with_IMG_3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Picture Placeholder 61">
            <a:extLst>
              <a:ext uri="{FF2B5EF4-FFF2-40B4-BE49-F238E27FC236}">
                <a16:creationId xmlns:a16="http://schemas.microsoft.com/office/drawing/2014/main" id="{060748FB-0636-5A50-6F74-C7A723224FA8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76109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61">
            <a:extLst>
              <a:ext uri="{FF2B5EF4-FFF2-40B4-BE49-F238E27FC236}">
                <a16:creationId xmlns:a16="http://schemas.microsoft.com/office/drawing/2014/main" id="{145B007A-4141-1AF0-B9D9-133D7C89264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76109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61">
            <a:extLst>
              <a:ext uri="{FF2B5EF4-FFF2-40B4-BE49-F238E27FC236}">
                <a16:creationId xmlns:a16="http://schemas.microsoft.com/office/drawing/2014/main" id="{6CC832A4-6FB5-BA76-81C5-0749E76BDBA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76109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13524915-F82B-964C-D6A5-171E16F357B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900337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9CEAC32-50D1-C3A6-B348-C2FF122E3D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36110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4CE6F977-E2B5-40D2-D886-C083E0FAE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00112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CD33C98-84E4-AE0B-BC60-C8735727D7E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00112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FDE96F9C-9029-2FC1-BC89-EA76C93919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1361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3152020B-E1F6-F134-BD11-22CAEE13B8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00112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58CD1E21-439E-6914-068A-EAC7E11D9E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8112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AA2F339-8461-04C0-8C1A-3BC81E2EDE7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00112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E33803DB-BB3B-1679-301A-3161655608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8112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297012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61">
            <a:extLst>
              <a:ext uri="{FF2B5EF4-FFF2-40B4-BE49-F238E27FC236}">
                <a16:creationId xmlns:a16="http://schemas.microsoft.com/office/drawing/2014/main" id="{9E84248E-2395-B621-6EAD-44C80A096383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 flipV="1">
            <a:off x="1876109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" name="Picture Placeholder 61">
            <a:extLst>
              <a:ext uri="{FF2B5EF4-FFF2-40B4-BE49-F238E27FC236}">
                <a16:creationId xmlns:a16="http://schemas.microsoft.com/office/drawing/2014/main" id="{29292FAE-172A-C535-E32D-AA9CD441D96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1876109" y="62820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4A2B103-0E3A-1942-FEC8-3FD8E96D043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2200112" y="63906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23D22CC3-EABE-6BA2-6A26-6EC79FF0BE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028112" y="64169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FC2645DB-24BD-E2CB-CA85-FEA62406E898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2200112" y="73060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66800BD-0469-F0E6-9AEB-2EA6A9F5BF2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028112" y="73401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11F3E22-57BF-9752-6334-D10BD274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730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emeSection_MemeSlide_1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Put your Meme Here for some Giggles</a:t>
            </a:r>
            <a:endParaRPr lang="en-DE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10EEED8-C972-5B24-8CDF-28406020B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46920" y="2880360"/>
            <a:ext cx="749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14C4589-AEE4-06B5-7BDD-286951A8A9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2400" y="2880360"/>
            <a:ext cx="785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1E9D3B1-4BE6-674E-B063-E03D05863C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939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Image_1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401974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1B1017-C8C4-D34C-D0CB-C8C8D7AD06A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292225" y="2662238"/>
            <a:ext cx="7851775" cy="540197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52C136C-0E1E-60CB-B64F-8410D4E8F0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382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Image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0155600" y="-794"/>
            <a:ext cx="8132400" cy="9209088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4B2DBD02-945E-E659-A62E-EC8BE82EBB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292225" y="2662237"/>
            <a:ext cx="7851775" cy="47835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684C7A-0917-91C8-6B04-C543091703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9553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rviceSection_Servicearea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2707200" y="4345200"/>
            <a:ext cx="7081487" cy="747897"/>
          </a:xfrm>
        </p:spPr>
        <p:txBody>
          <a:bodyPr>
            <a:noAutofit/>
          </a:bodyPr>
          <a:lstStyle>
            <a:lvl1pPr algn="ctr">
              <a:defRPr sz="5400" spc="600" baseline="0"/>
            </a:lvl1pPr>
          </a:lstStyle>
          <a:p>
            <a:r>
              <a:rPr lang="en-GB" dirty="0"/>
              <a:t>Service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11600" y="1194320"/>
            <a:ext cx="7233557" cy="387798"/>
          </a:xfrm>
        </p:spPr>
        <p:txBody>
          <a:bodyPr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0443" y="1826353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021841A-4510-B999-CBE1-664239A7AD5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910443" y="3469520"/>
            <a:ext cx="7233557" cy="387798"/>
          </a:xfrm>
        </p:spPr>
        <p:txBody>
          <a:bodyPr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2CD77315-949A-6C0B-E38E-EA014183D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0443" y="4101195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A37FB6B-7F40-7ED5-AF61-E31212E2FC0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10443" y="5694320"/>
            <a:ext cx="7233557" cy="387798"/>
          </a:xfrm>
        </p:spPr>
        <p:txBody>
          <a:bodyPr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D217771-9895-C08C-7083-A5C192EBA0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10443" y="6325766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10F6C85-89CC-82DC-5F47-8625A0C1CF0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55600" y="0"/>
            <a:ext cx="8132400" cy="92088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D50202-7398-FA2D-F11C-A503E85BB4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0443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537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rviceSection_Serviceareas_with_Ico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2707200" y="4345200"/>
            <a:ext cx="7081487" cy="747897"/>
          </a:xfrm>
        </p:spPr>
        <p:txBody>
          <a:bodyPr>
            <a:noAutofit/>
          </a:bodyPr>
          <a:lstStyle>
            <a:lvl1pPr algn="ctr">
              <a:defRPr sz="5400" spc="600" baseline="0"/>
            </a:lvl1pPr>
          </a:lstStyle>
          <a:p>
            <a:r>
              <a:rPr lang="en-GB" dirty="0"/>
              <a:t>Service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78907" y="1178405"/>
            <a:ext cx="5537288" cy="387798"/>
          </a:xfrm>
        </p:spPr>
        <p:txBody>
          <a:bodyPr wrap="square"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8907" y="1810656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FBFEC-7BFB-CE4C-483E-E1B622A3E3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1600" y="12113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EEB41E5A-E0CA-DD7E-7A43-FEB73B55F1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11600" y="34865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6FB4A26D-D076-83A3-E130-8C215E5411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11600" y="57113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C6DA503-0C55-910C-D06E-8637B621B4A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78907" y="3505579"/>
            <a:ext cx="5537288" cy="387798"/>
          </a:xfrm>
        </p:spPr>
        <p:txBody>
          <a:bodyPr wrap="square"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Cloud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71F8DC0C-B25D-882B-63DF-F362CAE5C5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8907" y="4038379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BA93552-CFA2-6DE0-BB34-1D6D59B2A52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78907" y="5725325"/>
            <a:ext cx="5537288" cy="387798"/>
          </a:xfrm>
        </p:spPr>
        <p:txBody>
          <a:bodyPr wrap="square"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Cloud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F0BA8811-AFBA-AE2E-0643-9FF7C531A3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78907" y="6258125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C8EBC5B-7E34-FA1E-553E-6E47C3BA9BD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55238" y="0"/>
            <a:ext cx="8132762" cy="9209088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D023081-0806-A00F-8170-1967255906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0443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26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Quote_IMG_Four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517278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92399" y="3441149"/>
            <a:ext cx="6941061" cy="1163395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F8ECA57-3A78-DDEF-04DD-B80180BFB47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447713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E486288D-EA5E-462D-C61F-F657873E4C2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792320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1ABB65A-D070-6B4C-1DFB-6F8D4ED19C5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06206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B293C18-62E6-218B-3583-9F0CCE641F5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447713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92400" y="2866644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1797DE48-3770-8A9E-1491-A27AA1E25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627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Quote_Text_Four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517278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92399" y="3441149"/>
            <a:ext cx="6941061" cy="1163395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F8ECA57-3A78-DDEF-04DD-B80180BFB47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447713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E486288D-EA5E-462D-C61F-F657873E4C2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792320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1ABB65A-D070-6B4C-1DFB-6F8D4ED19C5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06206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B293C18-62E6-218B-3583-9F0CCE641F5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447713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92400" y="2866645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2DE0C-A6D9-974F-6586-16335EE6F4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12201" y="1718200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E081610-29BD-F68B-D3BC-9EBD50A35CD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767594" y="1718200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EA808D-CAC5-26F4-1471-34C21C8C44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12201" y="5726274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F4593C0-E2F0-6E75-3A50-E7FAAC3A61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767594" y="5726274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98C6A8-55F6-07F6-3C8E-FE2CA640B7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75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TwoColumn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CACC3F-87E3-B80F-0088-DD88F1B0CFE6}"/>
              </a:ext>
            </a:extLst>
          </p:cNvPr>
          <p:cNvSpPr/>
          <p:nvPr userDrawn="1"/>
        </p:nvSpPr>
        <p:spPr>
          <a:xfrm>
            <a:off x="1292399" y="2717663"/>
            <a:ext cx="7369200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37654" y="3079290"/>
            <a:ext cx="4821714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7654" y="3936090"/>
            <a:ext cx="4461629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FBFEC-7BFB-CE4C-483E-E1B622A3E3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5796" y="3134689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A9EAEF-41A6-9831-731D-6D722DD0EE81}"/>
              </a:ext>
            </a:extLst>
          </p:cNvPr>
          <p:cNvSpPr txBox="1">
            <a:spLocks/>
          </p:cNvSpPr>
          <p:nvPr userDrawn="1"/>
        </p:nvSpPr>
        <p:spPr>
          <a:xfrm>
            <a:off x="1292400" y="1099260"/>
            <a:ext cx="7851600" cy="116339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12278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 cap="all" spc="4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2C5BF-8A29-248C-F82E-1CE258E00568}"/>
              </a:ext>
            </a:extLst>
          </p:cNvPr>
          <p:cNvSpPr/>
          <p:nvPr userDrawn="1"/>
        </p:nvSpPr>
        <p:spPr>
          <a:xfrm>
            <a:off x="1292399" y="5969762"/>
            <a:ext cx="736777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7873AE-5333-5F5C-7048-2B0B9D27022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737654" y="6331389"/>
            <a:ext cx="4821714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485809B-D563-1033-3592-0A5D26828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7654" y="7188189"/>
            <a:ext cx="4461629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DACE0C1-34B6-03F4-6AAF-C1BE5E6EBF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595796" y="6386788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8FE023-F1AD-6BF4-CF69-3B1874915AFA}"/>
              </a:ext>
            </a:extLst>
          </p:cNvPr>
          <p:cNvSpPr/>
          <p:nvPr userDrawn="1"/>
        </p:nvSpPr>
        <p:spPr>
          <a:xfrm>
            <a:off x="9353763" y="2717663"/>
            <a:ext cx="775649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7C5B504-5327-8BAC-1F3F-FEE239B92862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933348" y="3079290"/>
            <a:ext cx="5076105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D7BE66F-5BB4-92CD-E783-689D81715E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52347" y="3936090"/>
            <a:ext cx="4697022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3D128A0-222A-4329-794C-471166AF1BA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969473" y="3134689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89A6DD-2621-12F5-32B4-52F38C3C9A4C}"/>
              </a:ext>
            </a:extLst>
          </p:cNvPr>
          <p:cNvSpPr/>
          <p:nvPr userDrawn="1"/>
        </p:nvSpPr>
        <p:spPr>
          <a:xfrm>
            <a:off x="9353763" y="5969762"/>
            <a:ext cx="775649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4F17218-84E2-AC94-21AA-E0B12DEACCCC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11933348" y="6331389"/>
            <a:ext cx="5076105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020AABE0-5A04-6F12-AC2E-05322CC12C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52347" y="7188189"/>
            <a:ext cx="4697022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E95457FE-62B0-58DE-DD7F-28FCA913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969473" y="6386788"/>
            <a:ext cx="1524677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5893336-DB80-DFB8-8C04-3E375800CD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64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_Strategy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8F162A-A517-5038-8997-2F25BA7E58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2871" y="4269888"/>
            <a:ext cx="18288000" cy="4939200"/>
          </a:xfrm>
          <a:prstGeom prst="rect">
            <a:avLst/>
          </a:prstGeom>
          <a:gradFill flip="none" rotWithShape="1">
            <a:gsLst>
              <a:gs pos="78000">
                <a:srgbClr val="272A2E"/>
              </a:gs>
              <a:gs pos="36000">
                <a:srgbClr val="1B1E21"/>
              </a:gs>
              <a:gs pos="0">
                <a:srgbClr val="04020E">
                  <a:alpha val="75686"/>
                </a:srgbClr>
              </a:gs>
            </a:gsLst>
            <a:lin ang="15600000" scaled="0"/>
            <a:tileRect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GB" dirty="0"/>
              <a:t>Click to edit Strategy title 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21B1AC-083C-FB2A-2973-6E37F953E8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9481" y="5580000"/>
            <a:ext cx="457200" cy="635000"/>
          </a:xfrm>
          <a:prstGeom prst="rect">
            <a:avLst/>
          </a:prstGeom>
        </p:spPr>
      </p:pic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911D10F1-6613-4AF6-FD78-B70F613EF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636992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4" name="Picture Placeholder 19">
            <a:extLst>
              <a:ext uri="{FF2B5EF4-FFF2-40B4-BE49-F238E27FC236}">
                <a16:creationId xmlns:a16="http://schemas.microsoft.com/office/drawing/2014/main" id="{40EB7EB8-411C-A791-ADC4-A3312BFF200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307200" y="3045600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6346F9B-2800-883C-7F5B-3B1EA53935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15799" y="5580000"/>
            <a:ext cx="457200" cy="635000"/>
          </a:xfrm>
          <a:prstGeom prst="rect">
            <a:avLst/>
          </a:prstGeom>
        </p:spPr>
      </p:pic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7B4BB4ED-D21C-47F9-51C0-5488AEA69A0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88201" y="464192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AB3D346C-45C1-755D-12CF-467866622DC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7460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85B7EE8-B22D-7B77-218E-D3E1662ABE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3400" y="5580000"/>
            <a:ext cx="457200" cy="635000"/>
          </a:xfrm>
          <a:prstGeom prst="rect">
            <a:avLst/>
          </a:prstGeom>
        </p:spPr>
      </p:pic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DD4D286C-C2DC-B47A-ACBA-ED3C4260738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514592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12A133BF-BA93-C870-B0A3-28C79EB883A1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51704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9BC2559-3ED3-8D3B-2ABE-2FE43408D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18218" y="5580000"/>
            <a:ext cx="457200" cy="635000"/>
          </a:xfrm>
          <a:prstGeom prst="rect">
            <a:avLst/>
          </a:prstGeom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CBF44E6-58CC-85EB-16D6-8F56FAD948F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08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5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2" name="Text Placeholder 45">
            <a:extLst>
              <a:ext uri="{FF2B5EF4-FFF2-40B4-BE49-F238E27FC236}">
                <a16:creationId xmlns:a16="http://schemas.microsoft.com/office/drawing/2014/main" id="{1A873352-FCAE-8C71-00EE-E2453D10F6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47200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5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3" name="Text Placeholder 45">
            <a:extLst>
              <a:ext uri="{FF2B5EF4-FFF2-40B4-BE49-F238E27FC236}">
                <a16:creationId xmlns:a16="http://schemas.microsoft.com/office/drawing/2014/main" id="{D114C84C-D408-F6EC-21F6-868B4ECAA7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82892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5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586A9473-852B-F998-9DB7-D627737897B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918584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5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BBAF27D-0D36-B49F-FC81-5434DDF741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87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Start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Process Part 1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FD6A14-352C-4EF4-D006-9F60B31CF021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EBD388-18A3-9D42-BF6F-2C8DFC1BAB8E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8B3257-A06B-918A-CE8D-1B0349D1FC35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16A2EC-CB4C-EC6C-77BF-AE9B696DBC51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 algn="l">
              <a:buFont typeface="Arial" panose="020B0604020202020204" pitchFamily="34" charset="0"/>
              <a:buChar char="•"/>
              <a:defRPr lang="en-GB" sz="2400" b="0" i="0" kern="120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EEB687-9618-E8BD-3DC2-2A13F977B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406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Middle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Process Part 2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EA775A-9D40-DB26-E85E-59326D682BB8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BB7D62-E98E-5A19-ACF5-271CE89F44D6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03C6C6-520D-9608-4B8A-73DCB19D51A2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97743C-9F5B-80D3-EDB0-3B2EA1BA1572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1AF4F6-AE61-C879-F700-A82BBD5B7930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90889040-E71F-95AA-4CF0-49CB077F8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7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End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Process Part 3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86CA11-C23A-01C0-EDD2-E11483760243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E2A2AC-30DF-4E5E-3468-3ECB128944E5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3390E9-B975-8152-0763-2F14AE783400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80F90D-079A-6D60-670B-4CB7DF4A7A09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3E566C0F-C045-70EC-8AA2-A20E0936CD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782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Start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Timeline Part 1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EE3B9122-A4CE-C9BC-362C-3B5DA1F7FF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C35B23-97A6-3981-6688-80DF41F8CB25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A30A2F-FA93-B7A5-44CD-1185354D1F00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8732F9-48A8-A973-154D-665629740B09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AC3A1B-B7AB-FD26-A213-BB27D6E04C49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927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Middle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Timeline Part 2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FE6C94-A618-10C5-D1EF-8F2EF8C83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7D982E4-2034-0B62-48B3-AB116E87FC6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D15D3B40-45B0-4E1B-AA43-D50FBDB182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51E4A93F-6DFD-A63E-0F0C-A892BA9C5E8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2BA3A4E9-300C-B5F0-8F3C-357F0614C11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52EF33-E88C-7404-3905-9AF87A4E17F0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79B98B-0BF0-EEB3-D213-2C22AF4EE6D1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B0F27A6-7DC9-4B8A-BBE1-2463DC1D91D3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F24BF8-F054-D095-59FA-16A5D6F0A56B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4E54B0F-8668-4A15-278F-92E779B2F65C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459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End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Timeline Part 3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71F78A9-8AB3-CE5B-2DB9-CF9D4FE9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8C95762-31FD-0ED0-3EB4-816DB5F5A7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08A27EC-7B83-9E03-CF71-15B1395D310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73B8DD7-5961-D4A8-05AD-7B3C04E849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5921D37-CAA9-5CA4-EFF9-5A156EF496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4C9C45-F9A4-529B-159E-24CF09633660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78DB6-999E-DB6B-074D-4784FC80080E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A02557-7786-909A-D965-AD7B07D878E8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83D695-A94F-DCD6-18A2-57D66A3A0B15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9206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04157" y="6281547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5248" y="3217854"/>
            <a:ext cx="2510671" cy="248217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A6B935A-93BF-B255-F1D4-F652351A6A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184771" y="3217854"/>
            <a:ext cx="2510671" cy="248217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FE41FA93-79D6-F809-9E05-02FAC3AAD1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74860" y="6281001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F5CE3FF-E4EB-42F0-1D56-7F0957C0CE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7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HeadingTextIcon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59A033A8-C599-2EF3-6A7F-2B01D446BD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612949" y="3217854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08728" y="4949941"/>
            <a:ext cx="513692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04157" y="6281547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46569" y="3217854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42347" y="4947606"/>
            <a:ext cx="513692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6346DC61-7588-BE42-737A-724FDFD193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74860" y="6281546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3C5E37C-4229-2CD9-BDA2-05C79C8A9C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6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53119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08727" y="3218400"/>
            <a:ext cx="5136925" cy="886397"/>
          </a:xfrm>
        </p:spPr>
        <p:txBody>
          <a:bodyPr anchor="b" anchorCtr="0">
            <a:noAutofit/>
          </a:bodyPr>
          <a:lstStyle>
            <a:lvl1pPr marL="0" algn="ctr" defTabSz="457200" rtl="0" eaLnBrk="1" latinLnBrk="0" hangingPunct="1">
              <a:defRPr lang="en-GB" sz="32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41238" y="4659538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53119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59940" y="3218400"/>
            <a:ext cx="5136925" cy="886397"/>
          </a:xfrm>
        </p:spPr>
        <p:txBody>
          <a:bodyPr anchor="b" anchorCtr="0"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1F9E9536-793E-D33D-B32A-814680DC2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92451" y="4659538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98390C-05F5-6E85-6130-2C86DFE2A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2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_Heading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59A033A8-C599-2EF3-6A7F-2B01D446BD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80043" y="3108460"/>
            <a:ext cx="1281113" cy="1254125"/>
          </a:xfrm>
          <a:noFill/>
        </p:spPr>
        <p:txBody>
          <a:bodyPr/>
          <a:lstStyle>
            <a:lvl1pPr>
              <a:defRPr lang="en-DE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0B78BBFE-6304-868E-CAC3-FEED76B2E2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13272" y="3108459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5025" y="4841702"/>
            <a:ext cx="3812399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6302375"/>
            <a:ext cx="3812400" cy="2518537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3D267F3B-94E4-5A8B-06CC-9996083FDE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805200" y="4841702"/>
            <a:ext cx="3812400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6302375"/>
            <a:ext cx="3812400" cy="2518536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6" name="Picture Placeholder 19">
            <a:extLst>
              <a:ext uri="{FF2B5EF4-FFF2-40B4-BE49-F238E27FC236}">
                <a16:creationId xmlns:a16="http://schemas.microsoft.com/office/drawing/2014/main" id="{24FB98FF-5E76-556B-4DA0-77D8F6E6A06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999967" y="3109903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8FE3714-E836-572B-4563-E94BD2D1F4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34323" y="4841702"/>
            <a:ext cx="3812400" cy="1076400"/>
          </a:xfrm>
        </p:spPr>
        <p:txBody>
          <a:bodyPr/>
          <a:lstStyle>
            <a:lvl1pPr algn="ctr">
              <a:defRPr lang="en-DE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  <a:endParaRPr lang="en-DE" dirty="0"/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D90F1557-DB4F-0C27-5C37-441B029FCE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34323" y="6302374"/>
            <a:ext cx="3812400" cy="2518537"/>
          </a:xfrm>
        </p:spPr>
        <p:txBody>
          <a:bodyPr/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CFFAB11-EEAA-14C6-C0B5-D3B2E59F4D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6001200"/>
            <a:ext cx="3812400" cy="2820937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6001200"/>
            <a:ext cx="3812400" cy="2820937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6" name="Picture Placeholder 19">
            <a:extLst>
              <a:ext uri="{FF2B5EF4-FFF2-40B4-BE49-F238E27FC236}">
                <a16:creationId xmlns:a16="http://schemas.microsoft.com/office/drawing/2014/main" id="{24FB98FF-5E76-556B-4DA0-77D8F6E6A063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2372295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518F41E0-9063-3263-5019-F1ED047AC6BE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7875772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1CE64B-7E91-0A9A-470F-03AC65418AC9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13443172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E516F8B0-1190-7094-AD5B-E9B628FC43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34323" y="6000485"/>
            <a:ext cx="3812400" cy="282165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D018D4-2C7F-FAE8-49BB-295BD3EAB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3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85025" y="3218400"/>
            <a:ext cx="3812399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4744131"/>
            <a:ext cx="3812400" cy="392438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3D267F3B-94E4-5A8B-06CC-9996083FDE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847628" y="3218400"/>
            <a:ext cx="3812400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4744131"/>
            <a:ext cx="3812400" cy="3924381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8FE3714-E836-572B-4563-E94BD2D1F4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34323" y="3218400"/>
            <a:ext cx="3812400" cy="1076400"/>
          </a:xfrm>
        </p:spPr>
        <p:txBody>
          <a:bodyPr/>
          <a:lstStyle>
            <a:lvl1pPr algn="ctr">
              <a:defRPr lang="en-DE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645A0580-D5E1-8A36-64EF-139DAE6B3E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19543" y="4744130"/>
            <a:ext cx="3812400" cy="392438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B44959C-DCF9-5902-0D44-5D4DADAB3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05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43552" y="4690262"/>
            <a:ext cx="2614815" cy="2585323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32694" y="4690262"/>
            <a:ext cx="2614815" cy="2585323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73350" y="4690262"/>
            <a:ext cx="2614815" cy="2585323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7830" y="4716834"/>
            <a:ext cx="2614815" cy="2585323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07BA5242-A610-8BEE-99F8-994F05A7A90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07830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0515FB29-3144-3E97-8341-C307DC14312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52366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D8B99EDD-D218-F81C-D24D-21E2F53FCB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41508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0D3A62EB-5048-4CDA-0B52-2D493B7EDBA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182164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E81BBBD-E18C-C6F0-F953-4DE31035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28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52366" y="5996039"/>
            <a:ext cx="2614815" cy="2585323"/>
          </a:xfrm>
        </p:spPr>
        <p:txBody>
          <a:bodyPr wrap="square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41508" y="5996039"/>
            <a:ext cx="2614815" cy="2585323"/>
          </a:xfrm>
        </p:spPr>
        <p:txBody>
          <a:bodyPr wrap="square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49371" y="5996039"/>
            <a:ext cx="2614815" cy="2585323"/>
          </a:xfrm>
        </p:spPr>
        <p:txBody>
          <a:bodyPr wrap="square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780877" y="3102995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00C2ABF3-4A9F-876E-FC44-9C93D5B2CE9F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5919573" y="3102995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CFA77F12-AC5A-CE97-8597-9E5B131086F5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10102309" y="3117733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16682F4-7376-3EFD-497F-4246D5C6B129}"/>
              </a:ext>
            </a:extLst>
          </p:cNvPr>
          <p:cNvSpPr>
            <a:spLocks noGrp="1" noChangeAspect="1"/>
          </p:cNvSpPr>
          <p:nvPr>
            <p:ph type="pic" sz="quarter" idx="42"/>
          </p:nvPr>
        </p:nvSpPr>
        <p:spPr>
          <a:xfrm>
            <a:off x="14316579" y="3117733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16644" y="6022611"/>
            <a:ext cx="2614815" cy="2585323"/>
          </a:xfrm>
        </p:spPr>
        <p:txBody>
          <a:bodyPr wrap="square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56D3B1E-3A75-B3D5-3CEC-2B6B46D63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01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Heading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52366" y="5996039"/>
            <a:ext cx="2614815" cy="2677656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41508" y="5996039"/>
            <a:ext cx="2614815" cy="2677656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82164" y="5996039"/>
            <a:ext cx="2614815" cy="2677656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16644" y="6022611"/>
            <a:ext cx="2614815" cy="2677656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07BA5242-A610-8BEE-99F8-994F05A7A90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07830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0515FB29-3144-3E97-8341-C307DC14312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52366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D8B99EDD-D218-F81C-D24D-21E2F53FCB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41508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0D3A62EB-5048-4CDA-0B52-2D493B7EDBA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182164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EFA68E1-5FBB-CA6B-81C8-9A00F5F32F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19216" y="3108458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0E4388E-5C0B-51F1-8864-76B88DE63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14059" y="3108457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4EEFAB84-9D0E-4406-19DD-10917597BD2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74680" y="3116879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0BEB2DBD-CC8E-7732-E73B-1350458716E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4849014" y="3102995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D57072E-C34A-8FA6-052E-D1A2AB99C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91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Section_ContentCards_IconText_Five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0157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254166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54125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DE8F02-B485-613E-2499-F6879FDB28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54125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E37FD03-1BDC-11FB-D5C7-3DDD3C4E8BA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54125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ABB98316-EFD3-DDBC-F63A-C60DF871ED33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44738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8" name="Text Placeholder 32">
            <a:extLst>
              <a:ext uri="{FF2B5EF4-FFF2-40B4-BE49-F238E27FC236}">
                <a16:creationId xmlns:a16="http://schemas.microsoft.com/office/drawing/2014/main" id="{71725341-C3F3-D240-57BA-E6822792D6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737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0AA021B7-176F-BB2B-F419-784BCEA7EF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737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0C05C475-C9D3-88D1-D986-B596774AED3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737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3233943-8364-7A1E-412F-4DFB9A8ACC8F}"/>
              </a:ext>
            </a:extLst>
          </p:cNvPr>
          <p:cNvSpPr>
            <a:spLocks noGrp="1" noChangeAspect="1"/>
          </p:cNvSpPr>
          <p:nvPr>
            <p:ph type="pic" sz="quarter" idx="50"/>
          </p:nvPr>
        </p:nvSpPr>
        <p:spPr>
          <a:xfrm>
            <a:off x="76935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C99DDD0E-D937-1471-5382-990E86B492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934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D1BA972-5F16-4E71-921F-AC14380E9D0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934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D1F0B25-E0AC-1D8B-4DB1-C2BAEFBB82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934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2AF02E64-E1C4-715F-7634-906E98E53C6C}"/>
              </a:ext>
            </a:extLst>
          </p:cNvPr>
          <p:cNvSpPr>
            <a:spLocks noGrp="1" noChangeAspect="1"/>
          </p:cNvSpPr>
          <p:nvPr>
            <p:ph type="pic" sz="quarter" idx="54"/>
          </p:nvPr>
        </p:nvSpPr>
        <p:spPr>
          <a:xfrm>
            <a:off x="10913204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6" name="Text Placeholder 32">
            <a:extLst>
              <a:ext uri="{FF2B5EF4-FFF2-40B4-BE49-F238E27FC236}">
                <a16:creationId xmlns:a16="http://schemas.microsoft.com/office/drawing/2014/main" id="{FB89D538-74F3-CFD2-203C-21A91ABA08C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913163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B7183C9-62E1-B25F-C81D-6843A084806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913163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04031F5B-6E2D-E59C-D457-6AAFFACC226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913163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1C1A4C85-3C00-93EB-363E-4C447F72989E}"/>
              </a:ext>
            </a:extLst>
          </p:cNvPr>
          <p:cNvSpPr>
            <a:spLocks noGrp="1" noChangeAspect="1"/>
          </p:cNvSpPr>
          <p:nvPr>
            <p:ph type="pic" sz="quarter" idx="58"/>
          </p:nvPr>
        </p:nvSpPr>
        <p:spPr>
          <a:xfrm>
            <a:off x="141329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30" name="Text Placeholder 32">
            <a:extLst>
              <a:ext uri="{FF2B5EF4-FFF2-40B4-BE49-F238E27FC236}">
                <a16:creationId xmlns:a16="http://schemas.microsoft.com/office/drawing/2014/main" id="{E02C8952-D0C6-3BEA-F9CD-1976FA05DBA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1328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F7882039-D63A-D487-ACD3-103019DA3A4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41328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9B52306-C95E-853B-AD45-6EE05B8D68B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41328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3F2C86-2BC5-30A8-E6EA-D89075531B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76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foSection_2_Text_2_Imag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715491"/>
            <a:ext cx="5436000" cy="5579084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A Snickerdoodle Rhapsody Beneath the Luminous Elbow of Tuesday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Confetti-Sprinkled Trombones Blushing in the Moonlit Taco Field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Whispering Balconies on a Rollercoaster of Feathered Zucchinis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6000" y="1076325"/>
            <a:ext cx="4068000" cy="721825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7B55F94-74A2-CEDD-8D7B-47B00CE4A5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6700" y="2105580"/>
            <a:ext cx="5399838" cy="2144177"/>
          </a:xfrm>
        </p:spPr>
        <p:txBody>
          <a:bodyPr wrap="square" anchor="t" anchorCtr="0">
            <a:spAutoFit/>
          </a:bodyPr>
          <a:lstStyle>
            <a:lvl1pPr marL="342900" indent="-342900">
              <a:lnSpc>
                <a:spcPct val="80000"/>
              </a:lnSpc>
              <a:buFont typeface="Arial" panose="020B0604020202020204" pitchFamily="34" charset="0"/>
              <a:buChar char="•"/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  <a:p>
            <a:pPr lvl="0"/>
            <a:r>
              <a:rPr lang="en-GB" dirty="0"/>
              <a:t>Blah</a:t>
            </a:r>
          </a:p>
          <a:p>
            <a:pPr lvl="0"/>
            <a:r>
              <a:rPr lang="en-GB" dirty="0"/>
              <a:t>Blah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F448AFE-2C84-71F2-AE35-5CD4E4DB96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666538" y="4605337"/>
            <a:ext cx="5400000" cy="3689237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530473-E167-52EC-C49A-CED3E45B1F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144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foSection_2_Icons_Text_2_Images_Text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911642" y="2957083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481" y="4249757"/>
            <a:ext cx="4068000" cy="404481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129E57-BA32-7AA8-3F2D-2347D156772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911642" y="5988080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944CADA-76C0-940A-C319-484FA652359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113663" y="1073420"/>
            <a:ext cx="4068000" cy="404481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45ED2A2-8572-D4E4-FE16-16776A9DC37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92400" y="2954398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1FDCD0F-D96A-EBCF-7361-FAF8BD089EC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92400" y="5986356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86B5D7-697D-F448-4B12-BCBCB72842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69480" y="1073420"/>
            <a:ext cx="4068519" cy="262386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957EABF-1646-F4BD-36A3-F1FB7AC198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102960" y="5684331"/>
            <a:ext cx="4068519" cy="262386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65407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Section_2_Icons_Text_2_Images_Text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911642" y="2957083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481" y="3735421"/>
            <a:ext cx="4068000" cy="354316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129E57-BA32-7AA8-3F2D-2347D156772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911642" y="5988080"/>
            <a:ext cx="3781658" cy="2532467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45ED2A2-8572-D4E4-FE16-16776A9DC37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92400" y="2954398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1FDCD0F-D96A-EBCF-7361-FAF8BD089EC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92400" y="5986356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86B5D7-697D-F448-4B12-BCBCB72842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69480" y="1073420"/>
            <a:ext cx="4068519" cy="2078342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910A48-5F99-0397-CA9D-53CEB896E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632" y="7862390"/>
            <a:ext cx="3382735" cy="658157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8D6434C-42CA-1837-F69B-47768B9C06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186458" y="5200239"/>
            <a:ext cx="4068519" cy="2078342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6BCF8B6-EB76-8ACC-B950-7348C5A154F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186458" y="1061384"/>
            <a:ext cx="4068000" cy="354316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068094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ubbleSection_Icon_8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4300" y="3085194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C5C998-EF29-7482-D672-A5064917BD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254300" y="4466317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D1D289-6118-C81A-FB36-C2B405221AC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254300" y="5882707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C57D0-18B4-6435-CDC8-844F4B0BDAC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254300" y="7218476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46088D-C085-2C49-AE48-4FD71D4C440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0855500" y="3085194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FACEBB0-0F3E-FEEB-FC3F-21408AB9B93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0854602" y="4466317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4334C4F-B58E-C887-0F75-F90FB33D0027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10854602" y="5882475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75DE5D3-ABC7-316A-D1D4-426066CE6F3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0854602" y="7218476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FDB509-6B3B-D54F-A3FD-6CF969EA75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13688" y="4466316"/>
            <a:ext cx="2355850" cy="233023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2E2A12-F6C8-E789-1B9E-DD761D88F3DB}"/>
              </a:ext>
            </a:extLst>
          </p:cNvPr>
          <p:cNvSpPr/>
          <p:nvPr userDrawn="1"/>
        </p:nvSpPr>
        <p:spPr>
          <a:xfrm>
            <a:off x="1254300" y="3084818"/>
            <a:ext cx="6138000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604294-F00C-7B0F-F629-4388376BE4E0}"/>
              </a:ext>
            </a:extLst>
          </p:cNvPr>
          <p:cNvSpPr/>
          <p:nvPr userDrawn="1"/>
        </p:nvSpPr>
        <p:spPr>
          <a:xfrm>
            <a:off x="1254300" y="4470889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BB0DF1-4454-3744-1EFD-ADD1AC4ADCC8}"/>
              </a:ext>
            </a:extLst>
          </p:cNvPr>
          <p:cNvSpPr/>
          <p:nvPr userDrawn="1"/>
        </p:nvSpPr>
        <p:spPr>
          <a:xfrm>
            <a:off x="1254300" y="5887655"/>
            <a:ext cx="6138000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86BFC3-0999-FDBD-DB00-441A3B0D7F54}"/>
              </a:ext>
            </a:extLst>
          </p:cNvPr>
          <p:cNvSpPr/>
          <p:nvPr userDrawn="1"/>
        </p:nvSpPr>
        <p:spPr>
          <a:xfrm>
            <a:off x="1254300" y="7218288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10A0F5-F8E4-9C3D-9292-59D2AC739063}"/>
              </a:ext>
            </a:extLst>
          </p:cNvPr>
          <p:cNvSpPr/>
          <p:nvPr userDrawn="1"/>
        </p:nvSpPr>
        <p:spPr>
          <a:xfrm>
            <a:off x="10855500" y="3084925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25CFDB-C47C-E397-9C77-379D883FB7AB}"/>
              </a:ext>
            </a:extLst>
          </p:cNvPr>
          <p:cNvSpPr/>
          <p:nvPr userDrawn="1"/>
        </p:nvSpPr>
        <p:spPr>
          <a:xfrm>
            <a:off x="10855500" y="4465941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14DDBF-F93E-9925-180E-E0CE2FA6DCD1}"/>
              </a:ext>
            </a:extLst>
          </p:cNvPr>
          <p:cNvSpPr/>
          <p:nvPr userDrawn="1"/>
        </p:nvSpPr>
        <p:spPr>
          <a:xfrm>
            <a:off x="10855500" y="5882475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9818BA-F496-189A-B3D0-7743157D3E4E}"/>
              </a:ext>
            </a:extLst>
          </p:cNvPr>
          <p:cNvSpPr/>
          <p:nvPr userDrawn="1"/>
        </p:nvSpPr>
        <p:spPr>
          <a:xfrm>
            <a:off x="10855500" y="7218100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696645-3F53-CE54-6612-5081C3AF49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953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ubbleSection_Icon_6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C57D0-18B4-6435-CDC8-844F4B0BDAC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228724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FDB509-6B3B-D54F-A3FD-6CF969EA75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51788" y="4016591"/>
            <a:ext cx="2355850" cy="233023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35F00EB-0BBF-6543-4ADD-2A7C4A91B2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1228724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920A5A7-4091-6FF5-A925-C4BC5E943FB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1228724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554179-799E-4334-3267-5E793B75629B}"/>
              </a:ext>
            </a:extLst>
          </p:cNvPr>
          <p:cNvSpPr/>
          <p:nvPr userDrawn="1"/>
        </p:nvSpPr>
        <p:spPr>
          <a:xfrm>
            <a:off x="1245868" y="261324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355982-909F-9294-3E37-177DB3BB5EA8}"/>
              </a:ext>
            </a:extLst>
          </p:cNvPr>
          <p:cNvSpPr/>
          <p:nvPr userDrawn="1"/>
        </p:nvSpPr>
        <p:spPr>
          <a:xfrm>
            <a:off x="1245868" y="4754736"/>
            <a:ext cx="6138000" cy="1818884"/>
          </a:xfrm>
          <a:prstGeom prst="rect">
            <a:avLst/>
          </a:prstGeom>
          <a:noFill/>
          <a:ln w="88900">
            <a:gradFill>
              <a:gsLst>
                <a:gs pos="49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C4620B-8102-73D0-7769-5328AA9020AB}"/>
              </a:ext>
            </a:extLst>
          </p:cNvPr>
          <p:cNvSpPr/>
          <p:nvPr userDrawn="1"/>
        </p:nvSpPr>
        <p:spPr>
          <a:xfrm>
            <a:off x="1228722" y="6895957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B5B8277-3D49-0058-0D1C-57A9BD8D702D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0886988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C86BD6-51BA-9095-711E-284135CD71EE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10886988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57E91AA-2CC8-C369-E160-7E675154645C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10886988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A1F027-3EDC-D68D-E476-3BE0D33F73CE}"/>
              </a:ext>
            </a:extLst>
          </p:cNvPr>
          <p:cNvSpPr/>
          <p:nvPr userDrawn="1"/>
        </p:nvSpPr>
        <p:spPr>
          <a:xfrm>
            <a:off x="10904132" y="261324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302B8A-C002-D43F-A0C7-4CC22D7EA120}"/>
              </a:ext>
            </a:extLst>
          </p:cNvPr>
          <p:cNvSpPr/>
          <p:nvPr userDrawn="1"/>
        </p:nvSpPr>
        <p:spPr>
          <a:xfrm>
            <a:off x="10904132" y="475473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E7EA5E-F9BA-DDCD-498E-9477B5A75673}"/>
              </a:ext>
            </a:extLst>
          </p:cNvPr>
          <p:cNvSpPr/>
          <p:nvPr userDrawn="1"/>
        </p:nvSpPr>
        <p:spPr>
          <a:xfrm>
            <a:off x="10886986" y="6895957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49195C-9A69-1B5C-5A2B-F0A8BBFF60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809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ubbleSection_Icon_6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C57D0-18B4-6435-CDC8-844F4B0BDAC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228724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FDB509-6B3B-D54F-A3FD-6CF969EA75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51788" y="4016591"/>
            <a:ext cx="2355850" cy="233023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35F00EB-0BBF-6543-4ADD-2A7C4A91B2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1228724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920A5A7-4091-6FF5-A925-C4BC5E943FB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1228724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554179-799E-4334-3267-5E793B75629B}"/>
              </a:ext>
            </a:extLst>
          </p:cNvPr>
          <p:cNvSpPr/>
          <p:nvPr userDrawn="1"/>
        </p:nvSpPr>
        <p:spPr>
          <a:xfrm>
            <a:off x="1245868" y="2613246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355982-909F-9294-3E37-177DB3BB5EA8}"/>
              </a:ext>
            </a:extLst>
          </p:cNvPr>
          <p:cNvSpPr/>
          <p:nvPr userDrawn="1"/>
        </p:nvSpPr>
        <p:spPr>
          <a:xfrm>
            <a:off x="1245868" y="4754736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C4620B-8102-73D0-7769-5328AA9020AB}"/>
              </a:ext>
            </a:extLst>
          </p:cNvPr>
          <p:cNvSpPr/>
          <p:nvPr userDrawn="1"/>
        </p:nvSpPr>
        <p:spPr>
          <a:xfrm>
            <a:off x="1228722" y="6895957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B5B8277-3D49-0058-0D1C-57A9BD8D702D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0886988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C86BD6-51BA-9095-711E-284135CD71EE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10886988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57E91AA-2CC8-C369-E160-7E675154645C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10886988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A1F027-3EDC-D68D-E476-3BE0D33F73CE}"/>
              </a:ext>
            </a:extLst>
          </p:cNvPr>
          <p:cNvSpPr/>
          <p:nvPr userDrawn="1"/>
        </p:nvSpPr>
        <p:spPr>
          <a:xfrm>
            <a:off x="10904132" y="2613246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302B8A-C002-D43F-A0C7-4CC22D7EA120}"/>
              </a:ext>
            </a:extLst>
          </p:cNvPr>
          <p:cNvSpPr/>
          <p:nvPr userDrawn="1"/>
        </p:nvSpPr>
        <p:spPr>
          <a:xfrm>
            <a:off x="10904132" y="4754736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E7EA5E-F9BA-DDCD-498E-9477B5A75673}"/>
              </a:ext>
            </a:extLst>
          </p:cNvPr>
          <p:cNvSpPr/>
          <p:nvPr userDrawn="1"/>
        </p:nvSpPr>
        <p:spPr>
          <a:xfrm>
            <a:off x="10886986" y="6895957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49195C-9A69-1B5C-5A2B-F0A8BBFF60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618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ubbleSection_Icon_6_Bubbles_2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CE20665-9B50-3D95-9388-26E0C35BCF0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04883" y="4316693"/>
            <a:ext cx="345369" cy="47475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3819E9-49EB-3FEB-E8B1-B370AF6E77E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7637" y="5763221"/>
            <a:ext cx="636116" cy="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C23458-D9D8-DC67-5F64-E27C36B99D29}"/>
              </a:ext>
            </a:extLst>
          </p:cNvPr>
          <p:cNvCxnSpPr>
            <a:cxnSpLocks/>
          </p:cNvCxnSpPr>
          <p:nvPr userDrawn="1"/>
        </p:nvCxnSpPr>
        <p:spPr>
          <a:xfrm flipH="1">
            <a:off x="6104882" y="6694749"/>
            <a:ext cx="345369" cy="47475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80EE3B-75BE-F925-98E3-022C459FE73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54482" y="4273914"/>
            <a:ext cx="345369" cy="47475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4B0D84-B7AA-7D08-07CA-4F5D7C03E784}"/>
              </a:ext>
            </a:extLst>
          </p:cNvPr>
          <p:cNvCxnSpPr>
            <a:cxnSpLocks/>
            <a:endCxn id="21" idx="1"/>
          </p:cNvCxnSpPr>
          <p:nvPr userDrawn="1"/>
        </p:nvCxnSpPr>
        <p:spPr>
          <a:xfrm flipV="1">
            <a:off x="11804247" y="5697949"/>
            <a:ext cx="663111" cy="8622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304E25-36CF-61FD-CBA0-BE377909719F}"/>
              </a:ext>
            </a:extLst>
          </p:cNvPr>
          <p:cNvSpPr/>
          <p:nvPr userDrawn="1"/>
        </p:nvSpPr>
        <p:spPr>
          <a:xfrm>
            <a:off x="6300000" y="4604544"/>
            <a:ext cx="5688000" cy="2316980"/>
          </a:xfrm>
          <a:prstGeom prst="roundRect">
            <a:avLst/>
          </a:prstGeom>
          <a:gradFill>
            <a:gsLst>
              <a:gs pos="14000">
                <a:schemeClr val="accent6"/>
              </a:gs>
              <a:gs pos="81000">
                <a:schemeClr val="accent4"/>
              </a:gs>
            </a:gsLst>
            <a:lin ang="840000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lIns="180000" tIns="180000" rIns="180000" bIns="180000" rtlCol="0" anchor="ctr"/>
          <a:lstStyle/>
          <a:p>
            <a:pPr algn="ctr"/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6E853-2650-EF1B-4172-6D325AEE53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79358" y="5170644"/>
            <a:ext cx="4729284" cy="1249912"/>
          </a:xfrm>
          <a:ln w="25400" cap="rnd">
            <a:noFill/>
            <a:round/>
          </a:ln>
        </p:spPr>
        <p:txBody>
          <a:bodyPr vert="horz" wrap="square" lIns="251999" tIns="180000" rIns="251999" bIns="180000" rtlCol="0" anchor="b" anchorCtr="0">
            <a:spAutoFit/>
          </a:bodyPr>
          <a:lstStyle>
            <a:lvl1pPr algn="ctr">
              <a:defRPr lang="en-GB" sz="32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46CF312-231A-82AC-7EC1-47E30357AD11}"/>
              </a:ext>
            </a:extLst>
          </p:cNvPr>
          <p:cNvSpPr/>
          <p:nvPr userDrawn="1"/>
        </p:nvSpPr>
        <p:spPr>
          <a:xfrm>
            <a:off x="11989387" y="3108323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0E8445-8367-9C66-40D2-1BCBE71AA4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88000" y="3142807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E69EE0C-9CD1-9A1A-D7FC-F68E7E7A3378}"/>
              </a:ext>
            </a:extLst>
          </p:cNvPr>
          <p:cNvSpPr/>
          <p:nvPr userDrawn="1"/>
        </p:nvSpPr>
        <p:spPr>
          <a:xfrm>
            <a:off x="12468745" y="5081767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5ACB96FA-D4B3-AF56-EF80-B681167860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67358" y="5116251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AA53A44-11D7-2AFF-48C2-E798628C9E6C}"/>
              </a:ext>
            </a:extLst>
          </p:cNvPr>
          <p:cNvSpPr/>
          <p:nvPr userDrawn="1"/>
        </p:nvSpPr>
        <p:spPr>
          <a:xfrm>
            <a:off x="11989386" y="7156174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50ACAE0-2255-423D-4868-1F4EA79383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987999" y="7190658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5E7B6D7-2E85-6387-0C3F-E4B7C09EAE83}"/>
              </a:ext>
            </a:extLst>
          </p:cNvPr>
          <p:cNvSpPr/>
          <p:nvPr userDrawn="1"/>
        </p:nvSpPr>
        <p:spPr>
          <a:xfrm>
            <a:off x="1293787" y="3108323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0D280C9D-13A4-6B1F-67EA-9EE21B1D8D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2400" y="3142807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A10DC3C-040A-44CF-DC64-6F37C764AC5A}"/>
              </a:ext>
            </a:extLst>
          </p:cNvPr>
          <p:cNvSpPr/>
          <p:nvPr userDrawn="1"/>
        </p:nvSpPr>
        <p:spPr>
          <a:xfrm>
            <a:off x="814429" y="5121614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7428C479-E838-385D-86EE-52F9A4637B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042" y="5156098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4FD79FA-542F-5E98-0D41-28C7C673D9F5}"/>
              </a:ext>
            </a:extLst>
          </p:cNvPr>
          <p:cNvSpPr/>
          <p:nvPr userDrawn="1"/>
        </p:nvSpPr>
        <p:spPr>
          <a:xfrm>
            <a:off x="1292401" y="7153538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1AB98A2-E673-3F18-D81A-6A6E5EE546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91014" y="7188022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48638B5-0A29-84E9-2216-6116BD4B4A26}"/>
              </a:ext>
            </a:extLst>
          </p:cNvPr>
          <p:cNvCxnSpPr>
            <a:cxnSpLocks/>
          </p:cNvCxnSpPr>
          <p:nvPr userDrawn="1"/>
        </p:nvCxnSpPr>
        <p:spPr>
          <a:xfrm>
            <a:off x="11754481" y="6651970"/>
            <a:ext cx="345369" cy="47475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8427E806-598A-C2E7-1D88-847F30056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796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ubbleSection_Icon_3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FEC2A34-AA42-04AD-AFE9-52CB995BF155}"/>
              </a:ext>
            </a:extLst>
          </p:cNvPr>
          <p:cNvSpPr/>
          <p:nvPr userDrawn="1"/>
        </p:nvSpPr>
        <p:spPr>
          <a:xfrm>
            <a:off x="10466282" y="988435"/>
            <a:ext cx="5686425" cy="1663039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9ABD43-5BB1-8C5D-E7C0-B9F61824D05D}"/>
              </a:ext>
            </a:extLst>
          </p:cNvPr>
          <p:cNvCxnSpPr>
            <a:cxnSpLocks/>
            <a:endCxn id="16" idx="1"/>
          </p:cNvCxnSpPr>
          <p:nvPr userDrawn="1"/>
        </p:nvCxnSpPr>
        <p:spPr>
          <a:xfrm flipV="1">
            <a:off x="8401682" y="1819955"/>
            <a:ext cx="2064600" cy="2048318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4DB24F-1FED-A48D-FCBC-7DC5F213CEA8}"/>
              </a:ext>
            </a:extLst>
          </p:cNvPr>
          <p:cNvCxnSpPr>
            <a:cxnSpLocks/>
          </p:cNvCxnSpPr>
          <p:nvPr userDrawn="1"/>
        </p:nvCxnSpPr>
        <p:spPr>
          <a:xfrm>
            <a:off x="9144000" y="4850369"/>
            <a:ext cx="2167871" cy="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F8866F-CEB0-B791-735D-91FEC0A7BFFE}"/>
              </a:ext>
            </a:extLst>
          </p:cNvPr>
          <p:cNvCxnSpPr>
            <a:cxnSpLocks/>
          </p:cNvCxnSpPr>
          <p:nvPr userDrawn="1"/>
        </p:nvCxnSpPr>
        <p:spPr>
          <a:xfrm>
            <a:off x="8301108" y="5749423"/>
            <a:ext cx="2167871" cy="2048319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E3E3B1-475D-2DA9-ED66-72AF7C00FD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66282" y="1057403"/>
            <a:ext cx="5686425" cy="1594071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spc="150" baseline="0" dirty="0"/>
            </a:lvl1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  <a:p>
            <a:pPr marL="0" marR="0" lvl="1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Zweite Ebene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304E25-36CF-61FD-CBA0-BE377909719F}"/>
              </a:ext>
            </a:extLst>
          </p:cNvPr>
          <p:cNvSpPr/>
          <p:nvPr userDrawn="1"/>
        </p:nvSpPr>
        <p:spPr>
          <a:xfrm>
            <a:off x="1183836" y="3449546"/>
            <a:ext cx="7960164" cy="2773680"/>
          </a:xfrm>
          <a:prstGeom prst="roundRect">
            <a:avLst/>
          </a:prstGeom>
          <a:gradFill>
            <a:gsLst>
              <a:gs pos="14000">
                <a:schemeClr val="accent6"/>
              </a:gs>
              <a:gs pos="81000">
                <a:schemeClr val="accent4"/>
              </a:gs>
            </a:gsLst>
            <a:lin ang="840000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lIns="180000" tIns="180000" rIns="180000" bIns="180000" rtlCol="0" anchor="ctr"/>
          <a:lstStyle/>
          <a:p>
            <a:pPr algn="ctr"/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6E853-2650-EF1B-4172-6D325AEE53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1036" y="4548583"/>
            <a:ext cx="7045764" cy="751314"/>
          </a:xfrm>
          <a:ln w="25400" cap="rnd">
            <a:noFill/>
            <a:round/>
          </a:ln>
        </p:spPr>
        <p:txBody>
          <a:bodyPr vert="horz" lIns="251999" tIns="180000" rIns="251999" bIns="180000" rtlCol="0" anchor="b" anchorCtr="0">
            <a:spAutoFit/>
          </a:bodyPr>
          <a:lstStyle>
            <a:lvl1pPr algn="ctr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2716B4B-D8A5-BECB-2870-5008D3D78756}"/>
              </a:ext>
            </a:extLst>
          </p:cNvPr>
          <p:cNvSpPr/>
          <p:nvPr userDrawn="1"/>
        </p:nvSpPr>
        <p:spPr>
          <a:xfrm>
            <a:off x="11309175" y="3988109"/>
            <a:ext cx="5686425" cy="1663039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262DCDAE-3EE4-2FB3-84AE-E4E985960D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7600" y="4022592"/>
            <a:ext cx="5688000" cy="1594071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  <a:p>
            <a:pPr marR="0" lvl="1" fontAlgn="auto">
              <a:spcAft>
                <a:spcPts val="0"/>
              </a:spcAft>
              <a:buClrTx/>
              <a:buSzTx/>
              <a:tabLst/>
            </a:pPr>
            <a:r>
              <a:rPr lang="de-DE"/>
              <a:t>Zweite Ebene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B2E7690-C4A8-8CC5-059A-0B0753489920}"/>
              </a:ext>
            </a:extLst>
          </p:cNvPr>
          <p:cNvSpPr/>
          <p:nvPr userDrawn="1"/>
        </p:nvSpPr>
        <p:spPr>
          <a:xfrm>
            <a:off x="10466282" y="6931738"/>
            <a:ext cx="5686425" cy="1663039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498B84CC-7F50-1DE4-8F85-6CDA23AD18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65495" y="6966223"/>
            <a:ext cx="5688000" cy="1594071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  <a:p>
            <a:pPr marR="0" lvl="1" fontAlgn="auto">
              <a:spcAft>
                <a:spcPts val="0"/>
              </a:spcAft>
              <a:buClrTx/>
              <a:buSzTx/>
              <a:tabLst/>
            </a:pPr>
            <a:r>
              <a:rPr lang="de-DE"/>
              <a:t>Zweite Ebene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A1E532-4329-ED0F-53F4-7831F8869C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3836" y="790213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95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ject_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204129"/>
            <a:ext cx="7851600" cy="58169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BAFC86-18D4-4DD3-769F-EA05A0407868}"/>
              </a:ext>
            </a:extLst>
          </p:cNvPr>
          <p:cNvSpPr/>
          <p:nvPr userDrawn="1"/>
        </p:nvSpPr>
        <p:spPr>
          <a:xfrm>
            <a:off x="1292400" y="2601246"/>
            <a:ext cx="4749811" cy="51144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435F95-160F-C0B2-6313-C780D5D1C081}"/>
              </a:ext>
            </a:extLst>
          </p:cNvPr>
          <p:cNvSpPr/>
          <p:nvPr userDrawn="1"/>
        </p:nvSpPr>
        <p:spPr>
          <a:xfrm>
            <a:off x="1292400" y="3236676"/>
            <a:ext cx="4749811" cy="511444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0613EF-3011-EE53-2075-733439003EE6}"/>
              </a:ext>
            </a:extLst>
          </p:cNvPr>
          <p:cNvSpPr/>
          <p:nvPr userDrawn="1"/>
        </p:nvSpPr>
        <p:spPr>
          <a:xfrm>
            <a:off x="1292400" y="3872107"/>
            <a:ext cx="4749811" cy="511444"/>
          </a:xfrm>
          <a:prstGeom prst="rect">
            <a:avLst/>
          </a:prstGeom>
          <a:solidFill>
            <a:srgbClr val="92D050">
              <a:alpha val="5015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FC4EAF-E13B-468F-1D43-1CE55C00D3BF}"/>
              </a:ext>
            </a:extLst>
          </p:cNvPr>
          <p:cNvSpPr/>
          <p:nvPr userDrawn="1"/>
        </p:nvSpPr>
        <p:spPr>
          <a:xfrm>
            <a:off x="1472339" y="2213788"/>
            <a:ext cx="1038386" cy="2588217"/>
          </a:xfrm>
          <a:prstGeom prst="roundRect">
            <a:avLst>
              <a:gd name="adj" fmla="val 40548"/>
            </a:avLst>
          </a:prstGeom>
          <a:solidFill>
            <a:srgbClr val="1B1E2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2B09CB-6C64-2BE3-7913-739F1F254913}"/>
              </a:ext>
            </a:extLst>
          </p:cNvPr>
          <p:cNvSpPr/>
          <p:nvPr userDrawn="1"/>
        </p:nvSpPr>
        <p:spPr>
          <a:xfrm>
            <a:off x="1735810" y="2601246"/>
            <a:ext cx="511444" cy="511444"/>
          </a:xfrm>
          <a:prstGeom prst="ellipse">
            <a:avLst/>
          </a:prstGeom>
          <a:solidFill>
            <a:srgbClr val="C000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5B1EA9-C179-433F-2072-9D3931EE72F6}"/>
              </a:ext>
            </a:extLst>
          </p:cNvPr>
          <p:cNvSpPr/>
          <p:nvPr userDrawn="1"/>
        </p:nvSpPr>
        <p:spPr>
          <a:xfrm>
            <a:off x="1735810" y="3236676"/>
            <a:ext cx="511444" cy="511444"/>
          </a:xfrm>
          <a:prstGeom prst="ellipse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9431CD-B1CC-BF58-A336-08131FBB82AD}"/>
              </a:ext>
            </a:extLst>
          </p:cNvPr>
          <p:cNvSpPr/>
          <p:nvPr userDrawn="1"/>
        </p:nvSpPr>
        <p:spPr>
          <a:xfrm>
            <a:off x="1735810" y="3872470"/>
            <a:ext cx="511444" cy="511444"/>
          </a:xfrm>
          <a:prstGeom prst="ellipse">
            <a:avLst/>
          </a:prstGeom>
          <a:solidFill>
            <a:srgbClr val="92D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ECDE9-79A7-09A6-09D2-F05EAF85FC36}"/>
              </a:ext>
            </a:extLst>
          </p:cNvPr>
          <p:cNvSpPr txBox="1"/>
          <p:nvPr userDrawn="1"/>
        </p:nvSpPr>
        <p:spPr>
          <a:xfrm>
            <a:off x="2664619" y="2626135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/>
              <a:t>RISKS / ROADBLOCKS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23204C-C348-18D2-F4E3-EA616C1CA7C3}"/>
              </a:ext>
            </a:extLst>
          </p:cNvPr>
          <p:cNvSpPr txBox="1"/>
          <p:nvPr userDrawn="1"/>
        </p:nvSpPr>
        <p:spPr>
          <a:xfrm>
            <a:off x="2664619" y="3261928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/>
              <a:t>POTENTIAL RISKS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072AE-508B-7ABE-2429-ED810E6A6C96}"/>
              </a:ext>
            </a:extLst>
          </p:cNvPr>
          <p:cNvSpPr txBox="1"/>
          <p:nvPr userDrawn="1"/>
        </p:nvSpPr>
        <p:spPr>
          <a:xfrm>
            <a:off x="2664619" y="3897722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/>
              <a:t>ON TRACK</a:t>
            </a:r>
          </a:p>
        </p:txBody>
      </p:sp>
      <p:sp>
        <p:nvSpPr>
          <p:cNvPr id="17" name="Table Placeholder 16">
            <a:extLst>
              <a:ext uri="{FF2B5EF4-FFF2-40B4-BE49-F238E27FC236}">
                <a16:creationId xmlns:a16="http://schemas.microsoft.com/office/drawing/2014/main" id="{847F6D2F-8303-0695-CE32-3E0715B487C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866964" y="2213788"/>
            <a:ext cx="10163735" cy="258821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DE"/>
          </a:p>
        </p:txBody>
      </p:sp>
      <p:sp>
        <p:nvSpPr>
          <p:cNvPr id="18" name="Table Placeholder 16">
            <a:extLst>
              <a:ext uri="{FF2B5EF4-FFF2-40B4-BE49-F238E27FC236}">
                <a16:creationId xmlns:a16="http://schemas.microsoft.com/office/drawing/2014/main" id="{E227D57C-99CE-8E24-96CF-6C6123FCA66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1297436" y="5247934"/>
            <a:ext cx="15733263" cy="258821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474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907CE-5459-B620-806F-02F8E163B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075B1-E610-F976-5878-EC61D68C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908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graphicSection_SingleInfographic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Infographic</a:t>
            </a:r>
            <a:endParaRPr lang="en-DE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5C24B2F9-A2C8-1637-5BE5-45CA9D8C2F2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6364705" y="2574099"/>
            <a:ext cx="5558589" cy="5558589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758BB0-0F2B-C670-0640-2EB998A047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272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graphicSection_Double_Infogrphic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Infographics</a:t>
            </a:r>
            <a:endParaRPr lang="en-DE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5C24B2F9-A2C8-1637-5BE5-45CA9D8C2F2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2658978" y="2574099"/>
            <a:ext cx="4741101" cy="4741101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CEC8EDB6-E475-545A-8410-070800A2A623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10888578" y="2574099"/>
            <a:ext cx="4741101" cy="4741101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A75A5C-FB8D-6D03-397D-975F2B8F68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59063" y="7531100"/>
            <a:ext cx="4740275" cy="819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647B938-D87F-9439-A33F-E5A79DBA9D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88663" y="7531100"/>
            <a:ext cx="4740275" cy="819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AE76146-1F04-757E-6147-DB08FF319F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059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utroSection_ContactSlide_TwoContacts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Wir </a:t>
            </a:r>
            <a:r>
              <a:rPr lang="en-GB" dirty="0" err="1"/>
              <a:t>sind</a:t>
            </a:r>
            <a:r>
              <a:rPr lang="en-GB" dirty="0"/>
              <a:t> </a:t>
            </a:r>
            <a:r>
              <a:rPr lang="en-GB" dirty="0" err="1"/>
              <a:t>Startklar</a:t>
            </a:r>
            <a:r>
              <a:rPr lang="en-GB" dirty="0"/>
              <a:t>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6" y="5824710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676506"/>
            <a:ext cx="6876008" cy="1923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chemeClr val="accent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chemeClr val="accent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5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38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6" y="4673869"/>
            <a:ext cx="6158173" cy="1135683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For Sales: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sales@shiftavenue.com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9920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ContactSlide_TwoContacts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Wir </a:t>
            </a:r>
            <a:r>
              <a:rPr lang="en-GB" dirty="0" err="1"/>
              <a:t>sind</a:t>
            </a:r>
            <a:r>
              <a:rPr lang="en-GB" dirty="0"/>
              <a:t> </a:t>
            </a:r>
            <a:r>
              <a:rPr lang="en-GB" dirty="0" err="1"/>
              <a:t>Startklar</a:t>
            </a:r>
            <a:r>
              <a:rPr lang="en-GB" dirty="0"/>
              <a:t>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5411" y="6853659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05411" y="8015073"/>
            <a:ext cx="6962997" cy="320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100" b="1" i="0" kern="12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b="1" i="0" kern="12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5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38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5" y="4938911"/>
            <a:ext cx="6158173" cy="1377307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  <a:p>
            <a:pPr algn="l">
              <a:lnSpc>
                <a:spcPts val="2545"/>
              </a:lnSpc>
            </a:pP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0AFD3-BA35-B353-B208-C6EA611507F2}"/>
              </a:ext>
            </a:extLst>
          </p:cNvPr>
          <p:cNvCxnSpPr>
            <a:cxnSpLocks/>
          </p:cNvCxnSpPr>
          <p:nvPr userDrawn="1"/>
        </p:nvCxnSpPr>
        <p:spPr>
          <a:xfrm>
            <a:off x="1286625" y="4604543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94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utroSection_ContactSlide_TwoContacts_en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We’re Ready to Start!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6" y="5824710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676506"/>
            <a:ext cx="6876008" cy="1923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chemeClr val="accent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chemeClr val="accent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Or follow us on </a:t>
            </a:r>
            <a:r>
              <a:rPr lang="en-US" dirty="0" err="1">
                <a:sym typeface="Inter"/>
              </a:rPr>
              <a:t>Linkedin</a:t>
            </a:r>
            <a:r>
              <a:rPr lang="en-US" dirty="0">
                <a:sym typeface="Inter"/>
              </a:rPr>
              <a:t> for IT news and trends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Visit our website for further insights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5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38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6" y="4673869"/>
            <a:ext cx="6158173" cy="1135683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For Sales: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sales@shiftavenue.com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4874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QandA_OneConatact_en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Thank You! Q&amp;A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7" y="5233552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387218"/>
            <a:ext cx="6876008" cy="2244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3"/>
              </a:rPr>
              <a:t>contact@shiftavenue.com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Or follow us on </a:t>
            </a:r>
            <a:r>
              <a:rPr lang="en-US" dirty="0" err="1">
                <a:sym typeface="Inter"/>
              </a:rPr>
              <a:t>Linkedin</a:t>
            </a:r>
            <a:r>
              <a:rPr lang="en-US" dirty="0">
                <a:sym typeface="Inter"/>
              </a:rPr>
              <a:t> for IT news and trends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Visit our website for further insights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7" y="3419475"/>
            <a:ext cx="6158748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u="sng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25E63-02D0-C6D3-EFF3-0376DB4AF7AC}"/>
              </a:ext>
            </a:extLst>
          </p:cNvPr>
          <p:cNvSpPr txBox="1"/>
          <p:nvPr userDrawn="1"/>
        </p:nvSpPr>
        <p:spPr>
          <a:xfrm rot="16200000">
            <a:off x="13309200" y="4402364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2958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QandA_OneContact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 err="1"/>
              <a:t>Vielen</a:t>
            </a:r>
            <a:r>
              <a:rPr lang="en-GB" dirty="0"/>
              <a:t> Dank!</a:t>
            </a:r>
            <a:br>
              <a:rPr lang="en-GB" dirty="0"/>
            </a:br>
            <a:r>
              <a:rPr lang="en-GB" dirty="0"/>
              <a:t>Q&amp;A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7" y="5233552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387218"/>
            <a:ext cx="6876008" cy="2244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3"/>
              </a:rPr>
              <a:t>contact@shiftavenue.com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7" y="3419475"/>
            <a:ext cx="6158748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09ECE-82A6-77FC-8F35-7BD8156A8655}"/>
              </a:ext>
            </a:extLst>
          </p:cNvPr>
          <p:cNvSpPr txBox="1"/>
          <p:nvPr userDrawn="1"/>
        </p:nvSpPr>
        <p:spPr>
          <a:xfrm rot="16200000">
            <a:off x="13309445" y="4402364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57138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880000"/>
            <a:ext cx="15773400" cy="5148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535461"/>
            <a:ext cx="4114800" cy="490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535461"/>
            <a:ext cx="6172200" cy="490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5429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4002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4003" r:id="rId15"/>
    <p:sldLayoutId id="2147484004" r:id="rId16"/>
    <p:sldLayoutId id="2147483949" r:id="rId17"/>
    <p:sldLayoutId id="2147483950" r:id="rId18"/>
    <p:sldLayoutId id="2147483951" r:id="rId19"/>
    <p:sldLayoutId id="2147483952" r:id="rId20"/>
    <p:sldLayoutId id="2147483953" r:id="rId21"/>
    <p:sldLayoutId id="2147483954" r:id="rId22"/>
    <p:sldLayoutId id="2147483955" r:id="rId23"/>
    <p:sldLayoutId id="2147483956" r:id="rId24"/>
    <p:sldLayoutId id="2147483957" r:id="rId25"/>
    <p:sldLayoutId id="2147483958" r:id="rId26"/>
    <p:sldLayoutId id="2147483959" r:id="rId27"/>
    <p:sldLayoutId id="2147483960" r:id="rId28"/>
    <p:sldLayoutId id="2147483961" r:id="rId29"/>
    <p:sldLayoutId id="2147483962" r:id="rId30"/>
    <p:sldLayoutId id="2147483963" r:id="rId31"/>
    <p:sldLayoutId id="2147483964" r:id="rId32"/>
    <p:sldLayoutId id="2147483965" r:id="rId33"/>
    <p:sldLayoutId id="2147483966" r:id="rId34"/>
    <p:sldLayoutId id="2147483967" r:id="rId35"/>
    <p:sldLayoutId id="2147483968" r:id="rId36"/>
    <p:sldLayoutId id="2147483969" r:id="rId37"/>
    <p:sldLayoutId id="2147483970" r:id="rId38"/>
    <p:sldLayoutId id="2147483971" r:id="rId39"/>
    <p:sldLayoutId id="2147483972" r:id="rId40"/>
    <p:sldLayoutId id="2147483973" r:id="rId41"/>
    <p:sldLayoutId id="2147483974" r:id="rId42"/>
    <p:sldLayoutId id="2147483975" r:id="rId43"/>
    <p:sldLayoutId id="2147483976" r:id="rId44"/>
    <p:sldLayoutId id="2147483977" r:id="rId45"/>
    <p:sldLayoutId id="2147483978" r:id="rId46"/>
    <p:sldLayoutId id="2147483979" r:id="rId47"/>
    <p:sldLayoutId id="2147483980" r:id="rId48"/>
    <p:sldLayoutId id="2147483981" r:id="rId49"/>
    <p:sldLayoutId id="2147483982" r:id="rId50"/>
    <p:sldLayoutId id="2147483983" r:id="rId51"/>
    <p:sldLayoutId id="2147483984" r:id="rId52"/>
    <p:sldLayoutId id="2147483985" r:id="rId53"/>
    <p:sldLayoutId id="2147484005" r:id="rId54"/>
    <p:sldLayoutId id="2147483986" r:id="rId55"/>
    <p:sldLayoutId id="2147483987" r:id="rId56"/>
    <p:sldLayoutId id="2147483988" r:id="rId57"/>
    <p:sldLayoutId id="2147483995" r:id="rId58"/>
    <p:sldLayoutId id="2147483989" r:id="rId59"/>
    <p:sldLayoutId id="2147483990" r:id="rId60"/>
    <p:sldLayoutId id="2147483991" r:id="rId61"/>
    <p:sldLayoutId id="2147483996" r:id="rId62"/>
    <p:sldLayoutId id="2147483998" r:id="rId63"/>
    <p:sldLayoutId id="2147483997" r:id="rId64"/>
    <p:sldLayoutId id="2147484000" r:id="rId65"/>
    <p:sldLayoutId id="2147484001" r:id="rId66"/>
  </p:sldLayoutIdLst>
  <p:txStyles>
    <p:titleStyle>
      <a:lvl1pPr algn="l" defTabSz="1227856" rtl="0" eaLnBrk="1" latinLnBrk="0" hangingPunct="1">
        <a:lnSpc>
          <a:spcPct val="90000"/>
        </a:lnSpc>
        <a:spcBef>
          <a:spcPct val="0"/>
        </a:spcBef>
        <a:buNone/>
        <a:defRPr sz="4200" b="1" i="0" kern="1200" cap="all" spc="4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27856" rtl="0" eaLnBrk="1" latinLnBrk="0" hangingPunct="1">
        <a:lnSpc>
          <a:spcPct val="90000"/>
        </a:lnSpc>
        <a:spcBef>
          <a:spcPts val="1343"/>
        </a:spcBef>
        <a:buFont typeface="Arial" panose="020B0604020202020204" pitchFamily="34" charset="0"/>
        <a:buNone/>
        <a:defRPr sz="2400" b="0" i="0" kern="1200" spc="140" baseline="0">
          <a:solidFill>
            <a:schemeClr val="tx1"/>
          </a:solidFill>
          <a:latin typeface="+mn-lt"/>
          <a:ea typeface="+mn-ea"/>
          <a:cs typeface="+mn-cs"/>
        </a:defRPr>
      </a:lvl1pPr>
      <a:lvl2pPr marL="920892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534820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148749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762677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5pPr>
      <a:lvl6pPr marL="3376605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990533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604461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5218389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1pPr>
      <a:lvl2pPr marL="613928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2pPr>
      <a:lvl3pPr marL="1227856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3pPr>
      <a:lvl4pPr marL="1841784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4pPr>
      <a:lvl5pPr marL="2455713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5pPr>
      <a:lvl6pPr marL="3069641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683569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297497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4911425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0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8.sv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6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6.png"/><Relationship Id="rId1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8.svg"/><Relationship Id="rId9" Type="http://schemas.openxmlformats.org/officeDocument/2006/relationships/image" Target="../media/image24.sv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5" Type="http://schemas.openxmlformats.org/officeDocument/2006/relationships/image" Target="../media/image5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B031-9449-4DF9-C2FF-69DBA0EE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1A5A-CD80-BFEF-7A74-3DF960F4F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264" y="3274949"/>
            <a:ext cx="14993471" cy="1994392"/>
          </a:xfrm>
        </p:spPr>
        <p:txBody>
          <a:bodyPr/>
          <a:lstStyle/>
          <a:p>
            <a:r>
              <a:rPr lang="de-DE" sz="4800" cap="all" dirty="0" err="1"/>
              <a:t>Securing</a:t>
            </a:r>
            <a:r>
              <a:rPr lang="de-DE" sz="4800" cap="all" dirty="0"/>
              <a:t> </a:t>
            </a:r>
            <a:r>
              <a:rPr lang="de-DE" sz="4800" cap="all" dirty="0" err="1"/>
              <a:t>your</a:t>
            </a:r>
            <a:br>
              <a:rPr lang="de-DE" sz="4800" cap="all" dirty="0"/>
            </a:br>
            <a:r>
              <a:rPr lang="de-DE" sz="4800" cap="all" dirty="0" err="1"/>
              <a:t>Kubernetes</a:t>
            </a:r>
            <a:r>
              <a:rPr lang="de-DE" sz="4800" cap="all" dirty="0"/>
              <a:t> </a:t>
            </a:r>
            <a:r>
              <a:rPr lang="de-DE" sz="4800" cap="all" dirty="0" err="1"/>
              <a:t>supply</a:t>
            </a:r>
            <a:r>
              <a:rPr lang="de-DE" sz="4800" cap="all" dirty="0"/>
              <a:t> </a:t>
            </a:r>
            <a:r>
              <a:rPr lang="de-DE" sz="4800" cap="all" dirty="0" err="1"/>
              <a:t>chain</a:t>
            </a:r>
            <a:r>
              <a:rPr lang="de-DE" sz="4800" cap="all" dirty="0"/>
              <a:t> </a:t>
            </a:r>
            <a:br>
              <a:rPr lang="de-DE" sz="4800" cap="all" dirty="0"/>
            </a:br>
            <a:r>
              <a:rPr lang="de-DE" sz="4800" cap="all" dirty="0" err="1"/>
              <a:t>with</a:t>
            </a:r>
            <a:r>
              <a:rPr lang="de-DE" sz="4800" cap="all" dirty="0"/>
              <a:t> </a:t>
            </a:r>
            <a:r>
              <a:rPr lang="de-DE" sz="4800" cap="all" dirty="0" err="1"/>
              <a:t>container</a:t>
            </a:r>
            <a:r>
              <a:rPr lang="de-DE" sz="4800" cap="all" dirty="0"/>
              <a:t> </a:t>
            </a:r>
            <a:r>
              <a:rPr lang="de-DE" sz="4800" cap="all" dirty="0" err="1"/>
              <a:t>image</a:t>
            </a:r>
            <a:r>
              <a:rPr lang="de-DE" sz="4800" cap="all" dirty="0"/>
              <a:t> </a:t>
            </a:r>
            <a:r>
              <a:rPr lang="de-DE" sz="4800" cap="all" dirty="0" err="1"/>
              <a:t>signing</a:t>
            </a:r>
            <a:endParaRPr lang="en-DE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DBF2-421D-1A79-4CAD-E1498681A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353" y="7957487"/>
            <a:ext cx="3523130" cy="665310"/>
          </a:xfrm>
        </p:spPr>
        <p:txBody>
          <a:bodyPr/>
          <a:lstStyle/>
          <a:p>
            <a:pPr algn="l"/>
            <a:r>
              <a:rPr lang="de-DE" sz="1800" i="1" dirty="0"/>
              <a:t>Rene Schach – 11.02.2026</a:t>
            </a:r>
          </a:p>
          <a:p>
            <a:pPr algn="l"/>
            <a:r>
              <a:rPr lang="de-DE" sz="1800" i="1" dirty="0" err="1"/>
              <a:t>ContainerDays</a:t>
            </a:r>
            <a:r>
              <a:rPr lang="de-DE" sz="1800" i="1"/>
              <a:t> London 2026</a:t>
            </a:r>
            <a:endParaRPr lang="en-DE" sz="1800" i="1"/>
          </a:p>
        </p:txBody>
      </p:sp>
    </p:spTree>
    <p:extLst>
      <p:ext uri="{BB962C8B-B14F-4D97-AF65-F5344CB8AC3E}">
        <p14:creationId xmlns:p14="http://schemas.microsoft.com/office/powerpoint/2010/main" val="354567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3F41-D128-4DA8-E343-45050A767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6FFC-7879-39A8-A911-C69340A2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8086730" cy="1163395"/>
          </a:xfrm>
        </p:spPr>
        <p:txBody>
          <a:bodyPr/>
          <a:lstStyle/>
          <a:p>
            <a:r>
              <a:rPr lang="de-DE" dirty="0"/>
              <a:t>Container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signing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53828-EE54-6AC4-6B5B-0177F95D8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299" y="2714400"/>
            <a:ext cx="9179597" cy="54182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default</a:t>
            </a:r>
            <a:r>
              <a:rPr lang="de-DE" dirty="0"/>
              <a:t>: </a:t>
            </a:r>
            <a:r>
              <a:rPr lang="de-DE" dirty="0" err="1"/>
              <a:t>container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„</a:t>
            </a:r>
            <a:r>
              <a:rPr lang="de-DE" dirty="0" err="1"/>
              <a:t>anonymous</a:t>
            </a:r>
            <a:r>
              <a:rPr lang="de-DE" dirty="0"/>
              <a:t>“</a:t>
            </a:r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add</a:t>
            </a:r>
            <a:r>
              <a:rPr lang="de-DE" dirty="0"/>
              <a:t> digital </a:t>
            </a:r>
            <a:r>
              <a:rPr lang="de-DE" dirty="0" err="1"/>
              <a:t>cryptographic</a:t>
            </a:r>
            <a:r>
              <a:rPr lang="de-DE" dirty="0"/>
              <a:t> </a:t>
            </a:r>
            <a:r>
              <a:rPr lang="de-DE" dirty="0" err="1"/>
              <a:t>signature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container</a:t>
            </a:r>
            <a:r>
              <a:rPr lang="de-DE" dirty="0"/>
              <a:t> </a:t>
            </a:r>
            <a:r>
              <a:rPr lang="de-DE" dirty="0" err="1"/>
              <a:t>image</a:t>
            </a: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ensures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authenticity</a:t>
            </a:r>
            <a:r>
              <a:rPr lang="de-DE" dirty="0"/>
              <a:t> and </a:t>
            </a:r>
            <a:r>
              <a:rPr lang="de-DE" dirty="0" err="1"/>
              <a:t>integrity</a:t>
            </a: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signature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digest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B17F2F1-E821-1A45-8EA4-EAB495CF02F9}"/>
              </a:ext>
            </a:extLst>
          </p:cNvPr>
          <p:cNvSpPr/>
          <p:nvPr/>
        </p:nvSpPr>
        <p:spPr>
          <a:xfrm>
            <a:off x="12243602" y="5828321"/>
            <a:ext cx="1629230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Layer 1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4510380-D98D-A6E8-817E-38BC4C4CBAE5}"/>
              </a:ext>
            </a:extLst>
          </p:cNvPr>
          <p:cNvSpPr/>
          <p:nvPr/>
        </p:nvSpPr>
        <p:spPr>
          <a:xfrm>
            <a:off x="12396002" y="5980721"/>
            <a:ext cx="1629230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Layer 2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8BE477A-98E3-B23A-B336-46F45CCC0251}"/>
              </a:ext>
            </a:extLst>
          </p:cNvPr>
          <p:cNvSpPr/>
          <p:nvPr/>
        </p:nvSpPr>
        <p:spPr>
          <a:xfrm>
            <a:off x="12548402" y="6133121"/>
            <a:ext cx="1629230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Layer 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CCABE10-44E6-FC4D-DDFA-9EF3811858E4}"/>
              </a:ext>
            </a:extLst>
          </p:cNvPr>
          <p:cNvSpPr/>
          <p:nvPr/>
        </p:nvSpPr>
        <p:spPr>
          <a:xfrm>
            <a:off x="11838587" y="5406582"/>
            <a:ext cx="3740728" cy="2610195"/>
          </a:xfrm>
          <a:prstGeom prst="rect">
            <a:avLst/>
          </a:prstGeom>
          <a:noFill/>
          <a:ln w="38100">
            <a:solidFill>
              <a:srgbClr val="792A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2E30306-7E8B-F500-576A-F429E036AC1B}"/>
              </a:ext>
            </a:extLst>
          </p:cNvPr>
          <p:cNvSpPr/>
          <p:nvPr/>
        </p:nvSpPr>
        <p:spPr>
          <a:xfrm>
            <a:off x="13567700" y="7119303"/>
            <a:ext cx="1629230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Layer </a:t>
            </a:r>
            <a:r>
              <a:rPr lang="de-DE" dirty="0" err="1"/>
              <a:t>n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DE88AAB-6DB7-021B-F199-D661C828223E}"/>
              </a:ext>
            </a:extLst>
          </p:cNvPr>
          <p:cNvSpPr txBox="1"/>
          <p:nvPr/>
        </p:nvSpPr>
        <p:spPr>
          <a:xfrm>
            <a:off x="13750912" y="6682244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13" name="Grafik 12" descr="Feder mit einfarbiger Füllung">
            <a:extLst>
              <a:ext uri="{FF2B5EF4-FFF2-40B4-BE49-F238E27FC236}">
                <a16:creationId xmlns:a16="http://schemas.microsoft.com/office/drawing/2014/main" id="{504C3F2E-00FB-8C72-1640-85603E8D0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89952" y="2547033"/>
            <a:ext cx="674038" cy="674038"/>
          </a:xfrm>
          <a:prstGeom prst="rect">
            <a:avLst/>
          </a:prstGeom>
        </p:spPr>
      </p:pic>
      <p:pic>
        <p:nvPicPr>
          <p:cNvPr id="15" name="Grafik 14" descr="Prüfliste mit einfarbiger Füllung">
            <a:extLst>
              <a:ext uri="{FF2B5EF4-FFF2-40B4-BE49-F238E27FC236}">
                <a16:creationId xmlns:a16="http://schemas.microsoft.com/office/drawing/2014/main" id="{CB93F6E1-9319-7F77-435A-60BBB91961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58432" y="2426852"/>
            <a:ext cx="914400" cy="914400"/>
          </a:xfrm>
          <a:prstGeom prst="rect">
            <a:avLst/>
          </a:prstGeom>
        </p:spPr>
      </p:pic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E869CBF-1D64-9AE4-8BD8-09989A1C2A34}"/>
              </a:ext>
            </a:extLst>
          </p:cNvPr>
          <p:cNvCxnSpPr>
            <a:cxnSpLocks/>
          </p:cNvCxnSpPr>
          <p:nvPr/>
        </p:nvCxnSpPr>
        <p:spPr>
          <a:xfrm>
            <a:off x="13708951" y="3474720"/>
            <a:ext cx="0" cy="174567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Sperren mit einfarbiger Füllung">
            <a:extLst>
              <a:ext uri="{FF2B5EF4-FFF2-40B4-BE49-F238E27FC236}">
                <a16:creationId xmlns:a16="http://schemas.microsoft.com/office/drawing/2014/main" id="{001E92CA-3509-46F6-A404-34D69926A9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50912" y="4073983"/>
            <a:ext cx="471919" cy="47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2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0B4E3-F186-4F2C-A130-108538607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 err="1"/>
              <a:t>benefits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BB2DCC-EFA0-F6DE-CEB7-64F32EC71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327" y="5869658"/>
            <a:ext cx="6559345" cy="2607783"/>
          </a:xfrm>
        </p:spPr>
        <p:txBody>
          <a:bodyPr/>
          <a:lstStyle/>
          <a:p>
            <a:pPr algn="ctr">
              <a:lnSpc>
                <a:spcPct val="150000"/>
              </a:lnSpc>
              <a:buClr>
                <a:srgbClr val="792A8C"/>
              </a:buClr>
            </a:pPr>
            <a:r>
              <a:rPr lang="de-DE" sz="1800" b="1" dirty="0"/>
              <a:t>Benefits</a:t>
            </a:r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800" dirty="0" err="1"/>
              <a:t>verify</a:t>
            </a:r>
            <a:r>
              <a:rPr lang="de-DE" sz="1800" dirty="0"/>
              <a:t>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image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a </a:t>
            </a:r>
            <a:r>
              <a:rPr lang="de-DE" sz="1800" dirty="0" err="1"/>
              <a:t>trusted</a:t>
            </a:r>
            <a:r>
              <a:rPr lang="de-DE" sz="1800" dirty="0"/>
              <a:t> </a:t>
            </a:r>
            <a:r>
              <a:rPr lang="de-DE" sz="1800" dirty="0" err="1"/>
              <a:t>publisher</a:t>
            </a:r>
            <a:endParaRPr lang="de-DE" sz="18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800" dirty="0" err="1"/>
              <a:t>useful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auditing</a:t>
            </a:r>
            <a:r>
              <a:rPr lang="de-DE" sz="1800" dirty="0"/>
              <a:t> </a:t>
            </a:r>
            <a:r>
              <a:rPr lang="de-DE" sz="1800" dirty="0" err="1"/>
              <a:t>purposes</a:t>
            </a:r>
            <a:r>
              <a:rPr lang="de-DE" sz="1800" dirty="0"/>
              <a:t>, </a:t>
            </a:r>
            <a:r>
              <a:rPr lang="de-DE" sz="1800" dirty="0" err="1"/>
              <a:t>helping</a:t>
            </a:r>
            <a:r>
              <a:rPr lang="de-DE" sz="1800" dirty="0"/>
              <a:t> </a:t>
            </a:r>
            <a:r>
              <a:rPr lang="de-DE" sz="1800" dirty="0" err="1"/>
              <a:t>organizations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track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origins</a:t>
            </a:r>
            <a:endParaRPr lang="en-DE" sz="180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9EEC60E-F064-C1DE-74DA-F96E4C2DAB12}"/>
              </a:ext>
            </a:extLst>
          </p:cNvPr>
          <p:cNvSpPr/>
          <p:nvPr/>
        </p:nvSpPr>
        <p:spPr>
          <a:xfrm>
            <a:off x="3921718" y="2438222"/>
            <a:ext cx="4103296" cy="10794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21">
            <a:extLst>
              <a:ext uri="{FF2B5EF4-FFF2-40B4-BE49-F238E27FC236}">
                <a16:creationId xmlns:a16="http://schemas.microsoft.com/office/drawing/2014/main" id="{1D630302-9B6F-6F83-8AE9-789BD77039B8}"/>
              </a:ext>
            </a:extLst>
          </p:cNvPr>
          <p:cNvSpPr txBox="1"/>
          <p:nvPr/>
        </p:nvSpPr>
        <p:spPr>
          <a:xfrm>
            <a:off x="4189960" y="2080612"/>
            <a:ext cx="353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/>
              <a:t>Container </a:t>
            </a:r>
            <a:r>
              <a:rPr lang="de-DE" sz="1600" dirty="0" err="1"/>
              <a:t>registry</a:t>
            </a:r>
            <a:endParaRPr lang="de-DE" sz="16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06CC18F-301D-81AA-F1D0-463B9DB32657}"/>
              </a:ext>
            </a:extLst>
          </p:cNvPr>
          <p:cNvSpPr/>
          <p:nvPr/>
        </p:nvSpPr>
        <p:spPr>
          <a:xfrm>
            <a:off x="10487834" y="2438222"/>
            <a:ext cx="3455332" cy="107946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21">
            <a:extLst>
              <a:ext uri="{FF2B5EF4-FFF2-40B4-BE49-F238E27FC236}">
                <a16:creationId xmlns:a16="http://schemas.microsoft.com/office/drawing/2014/main" id="{481A8D48-2687-B82C-2FBC-1FF8B50E65B9}"/>
              </a:ext>
            </a:extLst>
          </p:cNvPr>
          <p:cNvSpPr txBox="1"/>
          <p:nvPr/>
        </p:nvSpPr>
        <p:spPr>
          <a:xfrm>
            <a:off x="10406280" y="2070934"/>
            <a:ext cx="353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Kubernetes</a:t>
            </a:r>
            <a:r>
              <a:rPr lang="de-DE" sz="1600" dirty="0"/>
              <a:t> Cluster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E02E310-26BA-AB63-6B8F-A4DF655F7828}"/>
              </a:ext>
            </a:extLst>
          </p:cNvPr>
          <p:cNvSpPr/>
          <p:nvPr/>
        </p:nvSpPr>
        <p:spPr>
          <a:xfrm>
            <a:off x="4204395" y="2643871"/>
            <a:ext cx="917311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Image A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0705A31-AD7F-7268-CEDC-7BFBC9BC4425}"/>
              </a:ext>
            </a:extLst>
          </p:cNvPr>
          <p:cNvSpPr/>
          <p:nvPr/>
        </p:nvSpPr>
        <p:spPr>
          <a:xfrm>
            <a:off x="5484622" y="2653399"/>
            <a:ext cx="977488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Image B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00975D6-9F92-0394-11A2-2D71BA5A769A}"/>
              </a:ext>
            </a:extLst>
          </p:cNvPr>
          <p:cNvSpPr/>
          <p:nvPr/>
        </p:nvSpPr>
        <p:spPr>
          <a:xfrm>
            <a:off x="6777283" y="2667395"/>
            <a:ext cx="954644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Image C</a:t>
            </a:r>
          </a:p>
        </p:txBody>
      </p:sp>
      <p:sp>
        <p:nvSpPr>
          <p:cNvPr id="12" name="Zylinder 11">
            <a:extLst>
              <a:ext uri="{FF2B5EF4-FFF2-40B4-BE49-F238E27FC236}">
                <a16:creationId xmlns:a16="http://schemas.microsoft.com/office/drawing/2014/main" id="{D068BF9E-0D65-DF36-62C9-48A5B79CBDBA}"/>
              </a:ext>
            </a:extLst>
          </p:cNvPr>
          <p:cNvSpPr/>
          <p:nvPr/>
        </p:nvSpPr>
        <p:spPr>
          <a:xfrm>
            <a:off x="10803007" y="2659969"/>
            <a:ext cx="727588" cy="64911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Pod A</a:t>
            </a: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28DC37AE-5722-6AA5-C583-4A5F648315DE}"/>
              </a:ext>
            </a:extLst>
          </p:cNvPr>
          <p:cNvSpPr/>
          <p:nvPr/>
        </p:nvSpPr>
        <p:spPr>
          <a:xfrm>
            <a:off x="11885095" y="2676319"/>
            <a:ext cx="796413" cy="64911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Pod B</a:t>
            </a:r>
          </a:p>
        </p:txBody>
      </p:sp>
      <p:sp>
        <p:nvSpPr>
          <p:cNvPr id="14" name="Zylinder 13">
            <a:extLst>
              <a:ext uri="{FF2B5EF4-FFF2-40B4-BE49-F238E27FC236}">
                <a16:creationId xmlns:a16="http://schemas.microsoft.com/office/drawing/2014/main" id="{E434AC7D-1259-5514-3E9C-E71DA67E7EE4}"/>
              </a:ext>
            </a:extLst>
          </p:cNvPr>
          <p:cNvSpPr/>
          <p:nvPr/>
        </p:nvSpPr>
        <p:spPr>
          <a:xfrm>
            <a:off x="12977841" y="2687354"/>
            <a:ext cx="727589" cy="64911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Pod C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63F1BD5-0470-8D55-20C2-3A2D744D3C23}"/>
              </a:ext>
            </a:extLst>
          </p:cNvPr>
          <p:cNvSpPr/>
          <p:nvPr/>
        </p:nvSpPr>
        <p:spPr>
          <a:xfrm>
            <a:off x="4942679" y="4303368"/>
            <a:ext cx="2061373" cy="5461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/>
              <a:t>Pushing</a:t>
            </a:r>
            <a:r>
              <a:rPr lang="de-DE" sz="1600" dirty="0"/>
              <a:t> </a:t>
            </a:r>
            <a:r>
              <a:rPr lang="de-DE" sz="1600" dirty="0" err="1"/>
              <a:t>malicious</a:t>
            </a:r>
            <a:r>
              <a:rPr lang="de-DE" sz="1600" dirty="0"/>
              <a:t> </a:t>
            </a:r>
            <a:r>
              <a:rPr lang="de-DE" sz="1600" dirty="0" err="1"/>
              <a:t>images</a:t>
            </a:r>
            <a:endParaRPr lang="de-DE" sz="1600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A80B3B3-0DD7-2F90-CE0B-E2FB45EA5E1F}"/>
              </a:ext>
            </a:extLst>
          </p:cNvPr>
          <p:cNvCxnSpPr>
            <a:cxnSpLocks/>
          </p:cNvCxnSpPr>
          <p:nvPr/>
        </p:nvCxnSpPr>
        <p:spPr>
          <a:xfrm flipV="1">
            <a:off x="5958403" y="3599776"/>
            <a:ext cx="0" cy="5770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43826E49-CCF7-3CFA-5AFF-411F313FAD14}"/>
              </a:ext>
            </a:extLst>
          </p:cNvPr>
          <p:cNvSpPr/>
          <p:nvPr/>
        </p:nvSpPr>
        <p:spPr>
          <a:xfrm>
            <a:off x="11337058" y="4306633"/>
            <a:ext cx="1892486" cy="5461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Create </a:t>
            </a:r>
            <a:r>
              <a:rPr lang="de-DE" sz="1600" dirty="0" err="1"/>
              <a:t>malicious</a:t>
            </a:r>
            <a:r>
              <a:rPr lang="de-DE" sz="1600" dirty="0"/>
              <a:t> </a:t>
            </a:r>
            <a:r>
              <a:rPr lang="de-DE" sz="1600" dirty="0" err="1"/>
              <a:t>workloads</a:t>
            </a:r>
            <a:endParaRPr lang="de-DE" sz="160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7A830D4-B26F-C2A4-1907-BD52CFD3A51C}"/>
              </a:ext>
            </a:extLst>
          </p:cNvPr>
          <p:cNvSpPr/>
          <p:nvPr/>
        </p:nvSpPr>
        <p:spPr>
          <a:xfrm>
            <a:off x="8190721" y="4303368"/>
            <a:ext cx="1959668" cy="5461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Modify </a:t>
            </a:r>
            <a:r>
              <a:rPr lang="de-DE" sz="1600" dirty="0" err="1"/>
              <a:t>image</a:t>
            </a:r>
            <a:endParaRPr lang="de-DE" sz="1600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507E3D5-FCAA-BB78-8511-6F43D88B9271}"/>
              </a:ext>
            </a:extLst>
          </p:cNvPr>
          <p:cNvCxnSpPr>
            <a:cxnSpLocks/>
          </p:cNvCxnSpPr>
          <p:nvPr/>
        </p:nvCxnSpPr>
        <p:spPr>
          <a:xfrm flipV="1">
            <a:off x="12283301" y="3599776"/>
            <a:ext cx="0" cy="5770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8B022052-A403-99B0-CF6C-ACFF07B70D27}"/>
              </a:ext>
            </a:extLst>
          </p:cNvPr>
          <p:cNvCxnSpPr>
            <a:cxnSpLocks/>
          </p:cNvCxnSpPr>
          <p:nvPr/>
        </p:nvCxnSpPr>
        <p:spPr>
          <a:xfrm>
            <a:off x="8128513" y="2997983"/>
            <a:ext cx="2223953" cy="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1">
            <a:extLst>
              <a:ext uri="{FF2B5EF4-FFF2-40B4-BE49-F238E27FC236}">
                <a16:creationId xmlns:a16="http://schemas.microsoft.com/office/drawing/2014/main" id="{4775A902-64B2-4BD1-0AC6-0BE24B4D8C4C}"/>
              </a:ext>
            </a:extLst>
          </p:cNvPr>
          <p:cNvSpPr txBox="1"/>
          <p:nvPr/>
        </p:nvSpPr>
        <p:spPr>
          <a:xfrm>
            <a:off x="8482265" y="2582414"/>
            <a:ext cx="1438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deployment</a:t>
            </a:r>
            <a:endParaRPr lang="de-DE" sz="1600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5B1D87D-DF62-C7F9-863C-13F83A471D03}"/>
              </a:ext>
            </a:extLst>
          </p:cNvPr>
          <p:cNvCxnSpPr>
            <a:cxnSpLocks/>
          </p:cNvCxnSpPr>
          <p:nvPr/>
        </p:nvCxnSpPr>
        <p:spPr>
          <a:xfrm flipH="1" flipV="1">
            <a:off x="9170554" y="3070426"/>
            <a:ext cx="1" cy="110639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66CFB0E-B5A6-F364-EC24-397410B5C88C}"/>
              </a:ext>
            </a:extLst>
          </p:cNvPr>
          <p:cNvCxnSpPr>
            <a:cxnSpLocks/>
          </p:cNvCxnSpPr>
          <p:nvPr/>
        </p:nvCxnSpPr>
        <p:spPr>
          <a:xfrm>
            <a:off x="2022685" y="3070426"/>
            <a:ext cx="1737256" cy="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feld 21">
            <a:extLst>
              <a:ext uri="{FF2B5EF4-FFF2-40B4-BE49-F238E27FC236}">
                <a16:creationId xmlns:a16="http://schemas.microsoft.com/office/drawing/2014/main" id="{0BC7F3B5-2468-64A0-3992-065A6FC66B20}"/>
              </a:ext>
            </a:extLst>
          </p:cNvPr>
          <p:cNvSpPr txBox="1"/>
          <p:nvPr/>
        </p:nvSpPr>
        <p:spPr>
          <a:xfrm>
            <a:off x="2047313" y="2639403"/>
            <a:ext cx="1590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image</a:t>
            </a:r>
            <a:r>
              <a:rPr lang="de-DE" sz="1600" dirty="0"/>
              <a:t> </a:t>
            </a:r>
            <a:r>
              <a:rPr lang="de-DE" sz="1600" dirty="0" err="1"/>
              <a:t>creation</a:t>
            </a:r>
            <a:endParaRPr lang="de-DE" sz="1600" dirty="0"/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D8FA50E1-4D65-147B-BBA0-725999F3B3C9}"/>
              </a:ext>
            </a:extLst>
          </p:cNvPr>
          <p:cNvCxnSpPr>
            <a:cxnSpLocks/>
          </p:cNvCxnSpPr>
          <p:nvPr/>
        </p:nvCxnSpPr>
        <p:spPr>
          <a:xfrm flipH="1" flipV="1">
            <a:off x="8109269" y="3309085"/>
            <a:ext cx="1061284" cy="85272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D335C049-4DEF-1595-DAF1-683D8648782F}"/>
              </a:ext>
            </a:extLst>
          </p:cNvPr>
          <p:cNvSpPr txBox="1">
            <a:spLocks/>
          </p:cNvSpPr>
          <p:nvPr/>
        </p:nvSpPr>
        <p:spPr>
          <a:xfrm>
            <a:off x="6595168" y="5370680"/>
            <a:ext cx="5297838" cy="35155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Tx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signature</a:t>
            </a:r>
            <a:r>
              <a:rPr lang="de-DE" sz="1700" dirty="0"/>
              <a:t> </a:t>
            </a:r>
            <a:r>
              <a:rPr lang="de-DE" sz="1700" dirty="0" err="1"/>
              <a:t>is</a:t>
            </a:r>
            <a:r>
              <a:rPr lang="de-DE" sz="1700" dirty="0"/>
              <a:t> </a:t>
            </a:r>
            <a:r>
              <a:rPr lang="de-DE" sz="1700" dirty="0" err="1"/>
              <a:t>created</a:t>
            </a:r>
            <a:r>
              <a:rPr lang="de-DE" sz="1700" dirty="0"/>
              <a:t> </a:t>
            </a:r>
            <a:r>
              <a:rPr lang="de-DE" sz="1700" dirty="0" err="1"/>
              <a:t>based</a:t>
            </a:r>
            <a:r>
              <a:rPr lang="de-DE" sz="1700" dirty="0"/>
              <a:t> on </a:t>
            </a:r>
            <a:r>
              <a:rPr lang="de-DE" sz="1700" dirty="0" err="1"/>
              <a:t>the</a:t>
            </a:r>
            <a:r>
              <a:rPr lang="de-DE" sz="1700" dirty="0"/>
              <a:t> </a:t>
            </a:r>
            <a:r>
              <a:rPr lang="de-DE" sz="1700" dirty="0" err="1"/>
              <a:t>image</a:t>
            </a:r>
            <a:r>
              <a:rPr lang="de-DE" sz="1700" dirty="0"/>
              <a:t> </a:t>
            </a:r>
            <a:r>
              <a:rPr lang="de-DE" sz="1700" dirty="0" err="1"/>
              <a:t>digest</a:t>
            </a:r>
            <a:endParaRPr lang="de-DE" sz="17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digest</a:t>
            </a:r>
            <a:r>
              <a:rPr lang="de-DE" sz="1700" dirty="0"/>
              <a:t> </a:t>
            </a:r>
            <a:r>
              <a:rPr lang="de-DE" sz="1700" dirty="0" err="1"/>
              <a:t>is</a:t>
            </a:r>
            <a:r>
              <a:rPr lang="de-DE" sz="1700" dirty="0"/>
              <a:t> </a:t>
            </a:r>
            <a:r>
              <a:rPr lang="de-DE" sz="1700" dirty="0" err="1"/>
              <a:t>computed</a:t>
            </a:r>
            <a:r>
              <a:rPr lang="de-DE" sz="1700" dirty="0"/>
              <a:t> </a:t>
            </a:r>
            <a:r>
              <a:rPr lang="de-DE" sz="1700" dirty="0" err="1"/>
              <a:t>from</a:t>
            </a:r>
            <a:r>
              <a:rPr lang="de-DE" sz="1700" dirty="0"/>
              <a:t> </a:t>
            </a:r>
            <a:r>
              <a:rPr lang="de-DE" sz="1700" dirty="0" err="1"/>
              <a:t>each</a:t>
            </a:r>
            <a:r>
              <a:rPr lang="de-DE" sz="1700" dirty="0"/>
              <a:t> </a:t>
            </a:r>
            <a:r>
              <a:rPr lang="de-DE" sz="1700" dirty="0" err="1"/>
              <a:t>image</a:t>
            </a:r>
            <a:r>
              <a:rPr lang="de-DE" sz="1700" dirty="0"/>
              <a:t> </a:t>
            </a:r>
            <a:r>
              <a:rPr lang="de-DE" sz="1700" dirty="0" err="1"/>
              <a:t>layer</a:t>
            </a:r>
            <a:endParaRPr lang="de-DE" sz="17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image</a:t>
            </a:r>
            <a:r>
              <a:rPr lang="de-DE" sz="1700" dirty="0"/>
              <a:t> </a:t>
            </a:r>
            <a:r>
              <a:rPr lang="de-DE" sz="1700" dirty="0" err="1"/>
              <a:t>modification</a:t>
            </a:r>
            <a:r>
              <a:rPr lang="de-DE" sz="1700" dirty="0"/>
              <a:t> -&gt; </a:t>
            </a:r>
            <a:r>
              <a:rPr lang="de-DE" sz="1700" dirty="0" err="1"/>
              <a:t>layer</a:t>
            </a:r>
            <a:r>
              <a:rPr lang="de-DE" sz="1700" dirty="0"/>
              <a:t> </a:t>
            </a:r>
            <a:r>
              <a:rPr lang="de-DE" sz="1700" dirty="0" err="1"/>
              <a:t>changes</a:t>
            </a:r>
            <a:r>
              <a:rPr lang="de-DE" sz="1700" dirty="0"/>
              <a:t> -&gt; </a:t>
            </a:r>
            <a:r>
              <a:rPr lang="de-DE" sz="1700" dirty="0" err="1"/>
              <a:t>new</a:t>
            </a:r>
            <a:r>
              <a:rPr lang="de-DE" sz="1700" dirty="0"/>
              <a:t> </a:t>
            </a:r>
            <a:r>
              <a:rPr lang="de-DE" sz="1700" dirty="0" err="1"/>
              <a:t>digest</a:t>
            </a:r>
            <a:endParaRPr lang="de-DE" sz="17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signature</a:t>
            </a:r>
            <a:r>
              <a:rPr lang="de-DE" sz="1700" dirty="0"/>
              <a:t> </a:t>
            </a:r>
            <a:r>
              <a:rPr lang="de-DE" sz="1700" dirty="0" err="1"/>
              <a:t>associated</a:t>
            </a:r>
            <a:r>
              <a:rPr lang="de-DE" sz="1700" dirty="0"/>
              <a:t> </a:t>
            </a:r>
            <a:r>
              <a:rPr lang="de-DE" sz="1700" dirty="0" err="1"/>
              <a:t>with</a:t>
            </a:r>
            <a:r>
              <a:rPr lang="de-DE" sz="1700" dirty="0"/>
              <a:t> </a:t>
            </a:r>
            <a:r>
              <a:rPr lang="de-DE" sz="1700" dirty="0" err="1"/>
              <a:t>one</a:t>
            </a:r>
            <a:r>
              <a:rPr lang="de-DE" sz="1700" dirty="0"/>
              <a:t> </a:t>
            </a:r>
            <a:r>
              <a:rPr lang="de-DE" sz="1700" dirty="0" err="1"/>
              <a:t>dedicated</a:t>
            </a:r>
            <a:r>
              <a:rPr lang="de-DE" sz="1700" dirty="0"/>
              <a:t> </a:t>
            </a:r>
            <a:r>
              <a:rPr lang="de-DE" sz="1700" dirty="0" err="1"/>
              <a:t>digest</a:t>
            </a:r>
            <a:endParaRPr lang="de-DE" sz="1700" dirty="0"/>
          </a:p>
          <a:p>
            <a:pPr algn="ctr">
              <a:lnSpc>
                <a:spcPct val="150000"/>
              </a:lnSpc>
              <a:buClr>
                <a:srgbClr val="792A8C"/>
              </a:buClr>
            </a:pPr>
            <a:r>
              <a:rPr lang="de-DE" sz="1700" b="1" dirty="0"/>
              <a:t>Benefits</a:t>
            </a:r>
          </a:p>
          <a:p>
            <a:pPr marL="285750" indent="-28575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protection</a:t>
            </a:r>
            <a:r>
              <a:rPr lang="de-DE" sz="1700" dirty="0"/>
              <a:t> </a:t>
            </a:r>
            <a:r>
              <a:rPr lang="de-DE" sz="1700" dirty="0" err="1"/>
              <a:t>against</a:t>
            </a:r>
            <a:r>
              <a:rPr lang="de-DE" sz="1700" dirty="0"/>
              <a:t> </a:t>
            </a:r>
            <a:r>
              <a:rPr lang="de-DE" sz="1700" dirty="0" err="1"/>
              <a:t>image</a:t>
            </a:r>
            <a:r>
              <a:rPr lang="de-DE" sz="1700" dirty="0"/>
              <a:t> </a:t>
            </a:r>
            <a:r>
              <a:rPr lang="de-DE" sz="1700" dirty="0" err="1"/>
              <a:t>tampering</a:t>
            </a:r>
            <a:r>
              <a:rPr lang="de-DE" sz="1700" dirty="0"/>
              <a:t>/</a:t>
            </a:r>
            <a:r>
              <a:rPr lang="de-DE" sz="1700" dirty="0" err="1"/>
              <a:t>modifications</a:t>
            </a:r>
            <a:endParaRPr lang="de-DE" sz="1700" dirty="0"/>
          </a:p>
        </p:txBody>
      </p:sp>
    </p:spTree>
    <p:extLst>
      <p:ext uri="{BB962C8B-B14F-4D97-AF65-F5344CB8AC3E}">
        <p14:creationId xmlns:p14="http://schemas.microsoft.com/office/powerpoint/2010/main" val="145086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6" grpId="0" animBg="1"/>
      <p:bldP spid="20" grpId="0" animBg="1"/>
      <p:bldP spid="21" grpId="0" animBg="1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35E75-AD9B-470E-3776-787A3B07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 err="1"/>
              <a:t>Cosign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AD716E-59AA-CD69-9C16-8CFA85F44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213" y="2833153"/>
            <a:ext cx="8943603" cy="54182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popular</a:t>
            </a:r>
            <a:r>
              <a:rPr lang="de-DE" sz="2200" dirty="0"/>
              <a:t> </a:t>
            </a:r>
            <a:r>
              <a:rPr lang="de-DE" sz="2200" dirty="0" err="1"/>
              <a:t>tool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signing</a:t>
            </a:r>
            <a:r>
              <a:rPr lang="de-DE" sz="2200" dirty="0"/>
              <a:t> </a:t>
            </a:r>
            <a:r>
              <a:rPr lang="de-DE" sz="2200" dirty="0" err="1"/>
              <a:t>container</a:t>
            </a:r>
            <a:r>
              <a:rPr lang="de-DE" sz="2200" dirty="0"/>
              <a:t> </a:t>
            </a:r>
            <a:r>
              <a:rPr lang="de-DE" sz="2200" dirty="0" err="1"/>
              <a:t>images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can</a:t>
            </a:r>
            <a:r>
              <a:rPr lang="de-DE" sz="2200" dirty="0"/>
              <a:t> also </a:t>
            </a:r>
            <a:r>
              <a:rPr lang="de-DE" sz="2200" dirty="0" err="1"/>
              <a:t>be</a:t>
            </a:r>
            <a:r>
              <a:rPr lang="de-DE" sz="2200" dirty="0"/>
              <a:t> </a:t>
            </a:r>
            <a:r>
              <a:rPr lang="de-DE" sz="2200" dirty="0" err="1"/>
              <a:t>used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sign</a:t>
            </a:r>
            <a:r>
              <a:rPr lang="de-DE" sz="2200" dirty="0"/>
              <a:t> </a:t>
            </a:r>
            <a:r>
              <a:rPr lang="de-DE" sz="2200" dirty="0" err="1"/>
              <a:t>other</a:t>
            </a:r>
            <a:r>
              <a:rPr lang="de-DE" sz="2200" dirty="0"/>
              <a:t> </a:t>
            </a:r>
            <a:r>
              <a:rPr lang="de-DE" sz="2200" dirty="0" err="1"/>
              <a:t>artifacts</a:t>
            </a:r>
            <a:r>
              <a:rPr lang="de-DE" sz="2200" dirty="0"/>
              <a:t> like </a:t>
            </a:r>
            <a:r>
              <a:rPr lang="de-DE" sz="2200" dirty="0" err="1"/>
              <a:t>generic</a:t>
            </a:r>
            <a:r>
              <a:rPr lang="de-DE" sz="2200" dirty="0"/>
              <a:t> </a:t>
            </a:r>
            <a:r>
              <a:rPr lang="de-DE" sz="2200" dirty="0" err="1"/>
              <a:t>blobs</a:t>
            </a:r>
            <a:r>
              <a:rPr lang="de-DE" sz="2200" dirty="0"/>
              <a:t>, </a:t>
            </a:r>
            <a:r>
              <a:rPr lang="de-DE" sz="2200" dirty="0" err="1"/>
              <a:t>scripts</a:t>
            </a:r>
            <a:r>
              <a:rPr lang="de-DE" sz="2200" dirty="0"/>
              <a:t> </a:t>
            </a:r>
            <a:r>
              <a:rPr lang="de-DE" sz="2200" dirty="0" err="1"/>
              <a:t>or</a:t>
            </a:r>
            <a:r>
              <a:rPr lang="de-DE" sz="2200" dirty="0"/>
              <a:t> </a:t>
            </a:r>
            <a:r>
              <a:rPr lang="de-DE" sz="2200" dirty="0" err="1"/>
              <a:t>configuration</a:t>
            </a:r>
            <a:r>
              <a:rPr lang="de-DE" sz="2200" dirty="0"/>
              <a:t> </a:t>
            </a:r>
            <a:r>
              <a:rPr lang="de-DE" sz="2200" dirty="0" err="1"/>
              <a:t>files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endParaRPr lang="de-DE" sz="2200" dirty="0"/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200" dirty="0" err="1"/>
              <a:t>Two</a:t>
            </a:r>
            <a:r>
              <a:rPr lang="de-DE" sz="2200" dirty="0"/>
              <a:t> </a:t>
            </a:r>
            <a:r>
              <a:rPr lang="de-DE" sz="2200" dirty="0" err="1"/>
              <a:t>approaches</a:t>
            </a:r>
            <a:r>
              <a:rPr lang="de-DE" sz="2200" dirty="0"/>
              <a:t>:</a:t>
            </a:r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signing</a:t>
            </a:r>
            <a:r>
              <a:rPr lang="de-DE" sz="2200" dirty="0"/>
              <a:t> </a:t>
            </a:r>
            <a:r>
              <a:rPr lang="de-DE" sz="2200" dirty="0" err="1"/>
              <a:t>with</a:t>
            </a:r>
            <a:r>
              <a:rPr lang="de-DE" sz="2200" dirty="0"/>
              <a:t> </a:t>
            </a:r>
            <a:r>
              <a:rPr lang="de-DE" sz="2200" dirty="0" err="1"/>
              <a:t>generated</a:t>
            </a:r>
            <a:r>
              <a:rPr lang="de-DE" sz="2200" dirty="0"/>
              <a:t> </a:t>
            </a:r>
            <a:r>
              <a:rPr lang="de-DE" sz="2200" dirty="0" err="1"/>
              <a:t>public</a:t>
            </a:r>
            <a:r>
              <a:rPr lang="de-DE" sz="2200" dirty="0"/>
              <a:t>/private </a:t>
            </a:r>
            <a:r>
              <a:rPr lang="de-DE" sz="2200" dirty="0" err="1"/>
              <a:t>keypair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keyless</a:t>
            </a:r>
            <a:r>
              <a:rPr lang="de-DE" sz="2200" dirty="0"/>
              <a:t> (OIDC-</a:t>
            </a:r>
            <a:r>
              <a:rPr lang="de-DE" sz="2200" dirty="0" err="1"/>
              <a:t>based</a:t>
            </a:r>
            <a:r>
              <a:rPr lang="de-DE" sz="2200" dirty="0"/>
              <a:t>) </a:t>
            </a:r>
            <a:r>
              <a:rPr lang="de-DE" sz="2200" dirty="0" err="1"/>
              <a:t>signing</a:t>
            </a:r>
            <a:r>
              <a:rPr lang="de-DE" sz="2200" dirty="0"/>
              <a:t> </a:t>
            </a:r>
            <a:r>
              <a:rPr lang="de-DE" sz="2200" dirty="0" err="1"/>
              <a:t>using</a:t>
            </a:r>
            <a:r>
              <a:rPr lang="de-DE" sz="2200" dirty="0"/>
              <a:t> </a:t>
            </a:r>
            <a:r>
              <a:rPr lang="de-DE" sz="2200" dirty="0" err="1"/>
              <a:t>Fulcio</a:t>
            </a:r>
            <a:r>
              <a:rPr lang="de-DE" sz="2200" dirty="0"/>
              <a:t> and </a:t>
            </a:r>
            <a:r>
              <a:rPr lang="de-DE" sz="2200" dirty="0" err="1"/>
              <a:t>Rekor</a:t>
            </a:r>
            <a:endParaRPr lang="de-DE" sz="2200" dirty="0"/>
          </a:p>
        </p:txBody>
      </p:sp>
      <p:pic>
        <p:nvPicPr>
          <p:cNvPr id="1026" name="Picture 2" descr="Sigstore – Open Source Security Foundation">
            <a:extLst>
              <a:ext uri="{FF2B5EF4-FFF2-40B4-BE49-F238E27FC236}">
                <a16:creationId xmlns:a16="http://schemas.microsoft.com/office/drawing/2014/main" id="{E33E26C8-3367-F791-8D35-6FBD8DF9D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544" y="3212356"/>
            <a:ext cx="4212770" cy="3736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69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72D098-29EC-D22B-6772-BB2170A2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3F049-C60C-DF8F-EBBC-F54976C2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 err="1"/>
              <a:t>Cosign</a:t>
            </a:r>
            <a:r>
              <a:rPr lang="de-DE" dirty="0"/>
              <a:t> With </a:t>
            </a:r>
            <a:r>
              <a:rPr lang="de-DE" dirty="0" err="1"/>
              <a:t>key</a:t>
            </a:r>
            <a:endParaRPr lang="de-DE" dirty="0"/>
          </a:p>
        </p:txBody>
      </p:sp>
      <p:pic>
        <p:nvPicPr>
          <p:cNvPr id="7" name="Grafik 6" descr="Benutzer Silhouette">
            <a:extLst>
              <a:ext uri="{FF2B5EF4-FFF2-40B4-BE49-F238E27FC236}">
                <a16:creationId xmlns:a16="http://schemas.microsoft.com/office/drawing/2014/main" id="{3A4CEDF5-8879-E2F2-79AC-C19653063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8442" y="2796383"/>
            <a:ext cx="1418714" cy="1418714"/>
          </a:xfrm>
          <a:prstGeom prst="rect">
            <a:avLst/>
          </a:prstGeom>
        </p:spPr>
      </p:pic>
      <p:pic>
        <p:nvPicPr>
          <p:cNvPr id="8" name="Picture 2" descr="Sigstore – Open Source Security Foundation">
            <a:extLst>
              <a:ext uri="{FF2B5EF4-FFF2-40B4-BE49-F238E27FC236}">
                <a16:creationId xmlns:a16="http://schemas.microsoft.com/office/drawing/2014/main" id="{FE5252E0-FAE7-6043-FA4C-93A3D1C65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442" y="5634714"/>
            <a:ext cx="1418715" cy="125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 descr="Schlüssel Silhouette">
            <a:extLst>
              <a:ext uri="{FF2B5EF4-FFF2-40B4-BE49-F238E27FC236}">
                <a16:creationId xmlns:a16="http://schemas.microsoft.com/office/drawing/2014/main" id="{DAB3AF4A-2A1E-47C3-A51C-9B720D9C0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2811" y="6032353"/>
            <a:ext cx="914400" cy="914400"/>
          </a:xfrm>
          <a:prstGeom prst="rect">
            <a:avLst/>
          </a:prstGeom>
        </p:spPr>
      </p:pic>
      <p:pic>
        <p:nvPicPr>
          <p:cNvPr id="12" name="Grafik 11" descr="Schachtel Silhouette">
            <a:extLst>
              <a:ext uri="{FF2B5EF4-FFF2-40B4-BE49-F238E27FC236}">
                <a16:creationId xmlns:a16="http://schemas.microsoft.com/office/drawing/2014/main" id="{FFA074C0-20CE-5F2E-C934-B98F588494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5286" y="2872045"/>
            <a:ext cx="1418714" cy="1418714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B8E4BDA-C4EE-A33C-A5DC-9316A9E06B94}"/>
              </a:ext>
            </a:extLst>
          </p:cNvPr>
          <p:cNvSpPr txBox="1"/>
          <p:nvPr/>
        </p:nvSpPr>
        <p:spPr>
          <a:xfrm>
            <a:off x="3144251" y="3242848"/>
            <a:ext cx="356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build</a:t>
            </a:r>
            <a:r>
              <a:rPr lang="de-DE" sz="1600" dirty="0"/>
              <a:t> and push </a:t>
            </a:r>
            <a:r>
              <a:rPr lang="de-DE" sz="1600" dirty="0" err="1"/>
              <a:t>container</a:t>
            </a:r>
            <a:r>
              <a:rPr lang="de-DE" sz="1600" dirty="0"/>
              <a:t> </a:t>
            </a:r>
            <a:r>
              <a:rPr lang="de-DE" sz="1600" dirty="0" err="1"/>
              <a:t>image</a:t>
            </a:r>
            <a:endParaRPr lang="de-DE" sz="160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DA36850-9E7A-CAB9-AD53-9A03B8E9B8C7}"/>
              </a:ext>
            </a:extLst>
          </p:cNvPr>
          <p:cNvSpPr/>
          <p:nvPr/>
        </p:nvSpPr>
        <p:spPr>
          <a:xfrm>
            <a:off x="6964533" y="2646947"/>
            <a:ext cx="8676520" cy="25346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AA1D0D2-19C2-1511-7D4B-584746E9C0B1}"/>
              </a:ext>
            </a:extLst>
          </p:cNvPr>
          <p:cNvSpPr txBox="1"/>
          <p:nvPr/>
        </p:nvSpPr>
        <p:spPr>
          <a:xfrm>
            <a:off x="9521293" y="2194044"/>
            <a:ext cx="356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Container </a:t>
            </a:r>
            <a:r>
              <a:rPr lang="de-DE" sz="1600" dirty="0" err="1"/>
              <a:t>registry</a:t>
            </a:r>
            <a:endParaRPr lang="de-DE" sz="1600" dirty="0"/>
          </a:p>
        </p:txBody>
      </p:sp>
      <p:pic>
        <p:nvPicPr>
          <p:cNvPr id="19" name="Grafik 18" descr="Schlüssel Silhouette">
            <a:extLst>
              <a:ext uri="{FF2B5EF4-FFF2-40B4-BE49-F238E27FC236}">
                <a16:creationId xmlns:a16="http://schemas.microsoft.com/office/drawing/2014/main" id="{7A58CDBD-289E-7626-4C32-3F664B1882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8853" y="7440027"/>
            <a:ext cx="914400" cy="914400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83D74B1A-8AB9-0492-D48D-C698840D42FE}"/>
              </a:ext>
            </a:extLst>
          </p:cNvPr>
          <p:cNvSpPr txBox="1"/>
          <p:nvPr/>
        </p:nvSpPr>
        <p:spPr>
          <a:xfrm>
            <a:off x="5948116" y="6946753"/>
            <a:ext cx="144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Private </a:t>
            </a:r>
            <a:r>
              <a:rPr lang="de-DE" sz="1600" dirty="0" err="1"/>
              <a:t>key</a:t>
            </a:r>
            <a:endParaRPr lang="de-DE" sz="16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276F78F-2967-094D-E819-3FAE4D9C67CB}"/>
              </a:ext>
            </a:extLst>
          </p:cNvPr>
          <p:cNvSpPr txBox="1"/>
          <p:nvPr/>
        </p:nvSpPr>
        <p:spPr>
          <a:xfrm>
            <a:off x="5948116" y="8354427"/>
            <a:ext cx="144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Public </a:t>
            </a:r>
            <a:r>
              <a:rPr lang="de-DE" sz="1600" dirty="0" err="1"/>
              <a:t>key</a:t>
            </a:r>
            <a:endParaRPr lang="de-DE" sz="16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AD1320F-2931-DEE1-9225-7E5AC7E702AF}"/>
              </a:ext>
            </a:extLst>
          </p:cNvPr>
          <p:cNvSpPr txBox="1"/>
          <p:nvPr/>
        </p:nvSpPr>
        <p:spPr>
          <a:xfrm>
            <a:off x="7143253" y="4323094"/>
            <a:ext cx="2738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reg.my</a:t>
            </a:r>
            <a:r>
              <a:rPr lang="de-DE" sz="1600" dirty="0"/>
              <a:t>/</a:t>
            </a:r>
            <a:r>
              <a:rPr lang="de-DE" sz="1600" dirty="0" err="1"/>
              <a:t>xyz</a:t>
            </a:r>
            <a:r>
              <a:rPr lang="de-DE" sz="1600" dirty="0"/>
              <a:t>/</a:t>
            </a:r>
            <a:r>
              <a:rPr lang="de-DE" sz="1600" dirty="0" err="1"/>
              <a:t>image:tag</a:t>
            </a:r>
            <a:endParaRPr lang="de-DE" sz="1600" dirty="0"/>
          </a:p>
          <a:p>
            <a:pPr algn="ctr"/>
            <a:r>
              <a:rPr lang="de-DE" sz="1600" dirty="0"/>
              <a:t>sha256:foobarbaz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6100B84-CF90-7787-CA81-4A0834F46400}"/>
              </a:ext>
            </a:extLst>
          </p:cNvPr>
          <p:cNvCxnSpPr>
            <a:cxnSpLocks/>
          </p:cNvCxnSpPr>
          <p:nvPr/>
        </p:nvCxnSpPr>
        <p:spPr>
          <a:xfrm>
            <a:off x="2903621" y="3625616"/>
            <a:ext cx="4821665" cy="84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167B40A-803D-1FCD-7B90-938888052F73}"/>
              </a:ext>
            </a:extLst>
          </p:cNvPr>
          <p:cNvCxnSpPr>
            <a:cxnSpLocks/>
          </p:cNvCxnSpPr>
          <p:nvPr/>
        </p:nvCxnSpPr>
        <p:spPr>
          <a:xfrm>
            <a:off x="2017799" y="4343433"/>
            <a:ext cx="0" cy="9871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67D38BF8-3DC9-4302-15EC-B8623A0CBC1F}"/>
              </a:ext>
            </a:extLst>
          </p:cNvPr>
          <p:cNvSpPr/>
          <p:nvPr/>
        </p:nvSpPr>
        <p:spPr>
          <a:xfrm>
            <a:off x="5867906" y="6032353"/>
            <a:ext cx="1639799" cy="27551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5439975-58B9-E92C-6443-95DA8EEB4C8F}"/>
              </a:ext>
            </a:extLst>
          </p:cNvPr>
          <p:cNvSpPr txBox="1"/>
          <p:nvPr/>
        </p:nvSpPr>
        <p:spPr>
          <a:xfrm>
            <a:off x="4873293" y="5628352"/>
            <a:ext cx="356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Keypair</a:t>
            </a:r>
            <a:endParaRPr lang="de-DE" sz="1600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DF1903E-DD66-9704-82A2-BC3130E4719B}"/>
              </a:ext>
            </a:extLst>
          </p:cNvPr>
          <p:cNvSpPr txBox="1"/>
          <p:nvPr/>
        </p:nvSpPr>
        <p:spPr>
          <a:xfrm>
            <a:off x="2275037" y="7604839"/>
            <a:ext cx="3078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use</a:t>
            </a:r>
            <a:r>
              <a:rPr lang="de-DE" sz="1600" dirty="0"/>
              <a:t> </a:t>
            </a:r>
            <a:r>
              <a:rPr lang="de-DE" sz="1600" dirty="0" err="1"/>
              <a:t>cosign</a:t>
            </a:r>
            <a:r>
              <a:rPr lang="de-DE" sz="1600" dirty="0"/>
              <a:t> </a:t>
            </a:r>
          </a:p>
          <a:p>
            <a:pPr algn="ctr"/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generate</a:t>
            </a:r>
            <a:r>
              <a:rPr lang="de-DE" sz="1600" dirty="0"/>
              <a:t> </a:t>
            </a:r>
            <a:r>
              <a:rPr lang="de-DE" sz="1600" dirty="0" err="1"/>
              <a:t>keypair</a:t>
            </a:r>
            <a:endParaRPr lang="de-DE" sz="1600" dirty="0"/>
          </a:p>
        </p:txBody>
      </p:sp>
      <p:pic>
        <p:nvPicPr>
          <p:cNvPr id="38" name="Grafik 37" descr="Bankscheck Silhouette">
            <a:extLst>
              <a:ext uri="{FF2B5EF4-FFF2-40B4-BE49-F238E27FC236}">
                <a16:creationId xmlns:a16="http://schemas.microsoft.com/office/drawing/2014/main" id="{C02672A6-5C01-866E-C40B-E039603552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50738" y="2924719"/>
            <a:ext cx="1418714" cy="1418714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E34DFDDC-F114-DEBE-B5D1-39873D2FF2FF}"/>
              </a:ext>
            </a:extLst>
          </p:cNvPr>
          <p:cNvSpPr txBox="1"/>
          <p:nvPr/>
        </p:nvSpPr>
        <p:spPr>
          <a:xfrm>
            <a:off x="11352047" y="4290573"/>
            <a:ext cx="4417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reg.my</a:t>
            </a:r>
            <a:r>
              <a:rPr lang="de-DE" sz="1600" dirty="0"/>
              <a:t>/</a:t>
            </a:r>
            <a:r>
              <a:rPr lang="de-DE" sz="1600" dirty="0" err="1"/>
              <a:t>xyz</a:t>
            </a:r>
            <a:r>
              <a:rPr lang="de-DE" sz="1600" dirty="0"/>
              <a:t>/image:sha256-foobarbaz.sig</a:t>
            </a:r>
          </a:p>
          <a:p>
            <a:pPr algn="ctr"/>
            <a:r>
              <a:rPr lang="de-DE" sz="1600" dirty="0"/>
              <a:t>sha256:bazbat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F2346474-95AD-C1B0-9CAE-B9228B7B4CE3}"/>
              </a:ext>
            </a:extLst>
          </p:cNvPr>
          <p:cNvCxnSpPr>
            <a:cxnSpLocks/>
          </p:cNvCxnSpPr>
          <p:nvPr/>
        </p:nvCxnSpPr>
        <p:spPr>
          <a:xfrm>
            <a:off x="9464842" y="3634076"/>
            <a:ext cx="3031958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feld 21">
            <a:extLst>
              <a:ext uri="{FF2B5EF4-FFF2-40B4-BE49-F238E27FC236}">
                <a16:creationId xmlns:a16="http://schemas.microsoft.com/office/drawing/2014/main" id="{0AD1320F-2931-DEE1-9225-7E5AC7E702AF}"/>
              </a:ext>
            </a:extLst>
          </p:cNvPr>
          <p:cNvSpPr txBox="1"/>
          <p:nvPr/>
        </p:nvSpPr>
        <p:spPr>
          <a:xfrm>
            <a:off x="9611479" y="3221615"/>
            <a:ext cx="2738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name</a:t>
            </a:r>
            <a:r>
              <a:rPr lang="de-DE" sz="1600" dirty="0"/>
              <a:t> </a:t>
            </a:r>
            <a:r>
              <a:rPr lang="de-DE" sz="1600" dirty="0" err="1"/>
              <a:t>based</a:t>
            </a:r>
            <a:r>
              <a:rPr lang="de-DE" sz="1600" dirty="0"/>
              <a:t> on </a:t>
            </a:r>
            <a:r>
              <a:rPr lang="de-DE" sz="1600" dirty="0" err="1"/>
              <a:t>digest</a:t>
            </a:r>
            <a:endParaRPr lang="de-DE" sz="1600" dirty="0"/>
          </a:p>
        </p:txBody>
      </p:sp>
      <p:cxnSp>
        <p:nvCxnSpPr>
          <p:cNvPr id="47" name="Gewinkelte Verbindung 46">
            <a:extLst>
              <a:ext uri="{FF2B5EF4-FFF2-40B4-BE49-F238E27FC236}">
                <a16:creationId xmlns:a16="http://schemas.microsoft.com/office/drawing/2014/main" id="{0540A92F-FB8A-341E-ECE4-F94652869A62}"/>
              </a:ext>
            </a:extLst>
          </p:cNvPr>
          <p:cNvCxnSpPr>
            <a:cxnSpLocks/>
          </p:cNvCxnSpPr>
          <p:nvPr/>
        </p:nvCxnSpPr>
        <p:spPr>
          <a:xfrm>
            <a:off x="2017799" y="7122695"/>
            <a:ext cx="3593432" cy="317332"/>
          </a:xfrm>
          <a:prstGeom prst="bentConnector3">
            <a:avLst>
              <a:gd name="adj1" fmla="val 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winkelte Verbindung 52">
            <a:extLst>
              <a:ext uri="{FF2B5EF4-FFF2-40B4-BE49-F238E27FC236}">
                <a16:creationId xmlns:a16="http://schemas.microsoft.com/office/drawing/2014/main" id="{628DD407-418F-9B82-70F2-F79F88416E1B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7305931" y="4875348"/>
            <a:ext cx="6254787" cy="161420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9EDA1834-B969-04BB-C169-CC5AF4802F07}"/>
              </a:ext>
            </a:extLst>
          </p:cNvPr>
          <p:cNvSpPr txBox="1"/>
          <p:nvPr/>
        </p:nvSpPr>
        <p:spPr>
          <a:xfrm>
            <a:off x="8604806" y="6547454"/>
            <a:ext cx="3657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create</a:t>
            </a:r>
            <a:r>
              <a:rPr lang="de-DE" sz="1600" dirty="0"/>
              <a:t> </a:t>
            </a:r>
            <a:r>
              <a:rPr lang="de-DE" sz="1600" dirty="0" err="1"/>
              <a:t>signature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private </a:t>
            </a:r>
            <a:r>
              <a:rPr lang="de-DE" sz="1600" dirty="0" err="1"/>
              <a:t>key</a:t>
            </a:r>
            <a:endParaRPr lang="de-DE" sz="1600" dirty="0"/>
          </a:p>
        </p:txBody>
      </p:sp>
      <p:cxnSp>
        <p:nvCxnSpPr>
          <p:cNvPr id="60" name="Gewinkelte Verbindung 59">
            <a:extLst>
              <a:ext uri="{FF2B5EF4-FFF2-40B4-BE49-F238E27FC236}">
                <a16:creationId xmlns:a16="http://schemas.microsoft.com/office/drawing/2014/main" id="{C092AB40-AA1A-8A7C-C36E-60386B3A7C6D}"/>
              </a:ext>
            </a:extLst>
          </p:cNvPr>
          <p:cNvCxnSpPr>
            <a:cxnSpLocks/>
          </p:cNvCxnSpPr>
          <p:nvPr/>
        </p:nvCxnSpPr>
        <p:spPr>
          <a:xfrm flipV="1">
            <a:off x="7289889" y="3625616"/>
            <a:ext cx="7212174" cy="4298566"/>
          </a:xfrm>
          <a:prstGeom prst="bentConnector3">
            <a:avLst>
              <a:gd name="adj1" fmla="val 122735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feld 1024">
            <a:extLst>
              <a:ext uri="{FF2B5EF4-FFF2-40B4-BE49-F238E27FC236}">
                <a16:creationId xmlns:a16="http://schemas.microsoft.com/office/drawing/2014/main" id="{7BE632F1-B8CD-E077-9F0E-2AFB0ECD395F}"/>
              </a:ext>
            </a:extLst>
          </p:cNvPr>
          <p:cNvSpPr txBox="1"/>
          <p:nvPr/>
        </p:nvSpPr>
        <p:spPr>
          <a:xfrm>
            <a:off x="8604806" y="8083153"/>
            <a:ext cx="3657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verify</a:t>
            </a:r>
            <a:r>
              <a:rPr lang="de-DE" sz="1600" dirty="0"/>
              <a:t> </a:t>
            </a:r>
            <a:r>
              <a:rPr lang="de-DE" sz="1600" dirty="0" err="1"/>
              <a:t>signature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key</a:t>
            </a:r>
            <a:endParaRPr lang="de-DE" sz="1600" dirty="0"/>
          </a:p>
        </p:txBody>
      </p:sp>
      <p:sp>
        <p:nvSpPr>
          <p:cNvPr id="1028" name="Textfeld 1027">
            <a:extLst>
              <a:ext uri="{FF2B5EF4-FFF2-40B4-BE49-F238E27FC236}">
                <a16:creationId xmlns:a16="http://schemas.microsoft.com/office/drawing/2014/main" id="{C737A7BA-289A-D52A-F7A4-911609219CA2}"/>
              </a:ext>
            </a:extLst>
          </p:cNvPr>
          <p:cNvSpPr txBox="1"/>
          <p:nvPr/>
        </p:nvSpPr>
        <p:spPr>
          <a:xfrm>
            <a:off x="7587915" y="6989596"/>
            <a:ext cx="3519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Can also </a:t>
            </a:r>
            <a:r>
              <a:rPr lang="de-DE" sz="1600" dirty="0" err="1"/>
              <a:t>be</a:t>
            </a:r>
            <a:r>
              <a:rPr lang="de-DE" sz="1600" dirty="0"/>
              <a:t> </a:t>
            </a:r>
            <a:r>
              <a:rPr lang="de-DE" sz="1600" dirty="0" err="1"/>
              <a:t>maintained</a:t>
            </a:r>
            <a:r>
              <a:rPr lang="de-DE" sz="1600" dirty="0"/>
              <a:t> in external KMS </a:t>
            </a:r>
            <a:r>
              <a:rPr lang="de-DE" sz="1600" dirty="0" err="1"/>
              <a:t>providers</a:t>
            </a:r>
            <a:r>
              <a:rPr lang="de-DE" sz="1600" dirty="0"/>
              <a:t> (e.g. </a:t>
            </a:r>
            <a:r>
              <a:rPr lang="de-DE" sz="1600" dirty="0" err="1"/>
              <a:t>HashiCorp</a:t>
            </a:r>
            <a:r>
              <a:rPr lang="de-DE" sz="1600" dirty="0"/>
              <a:t> </a:t>
            </a:r>
            <a:r>
              <a:rPr lang="de-DE" sz="1600" dirty="0" err="1"/>
              <a:t>Vault</a:t>
            </a:r>
            <a:r>
              <a:rPr lang="de-DE" sz="1600" dirty="0"/>
              <a:t>, Google Cloud KMS)</a:t>
            </a:r>
          </a:p>
        </p:txBody>
      </p:sp>
      <p:cxnSp>
        <p:nvCxnSpPr>
          <p:cNvPr id="1030" name="Gerade Verbindung mit Pfeil 1029">
            <a:extLst>
              <a:ext uri="{FF2B5EF4-FFF2-40B4-BE49-F238E27FC236}">
                <a16:creationId xmlns:a16="http://schemas.microsoft.com/office/drawing/2014/main" id="{E5D0C55D-A875-B02A-8B24-CD73FE5E8158}"/>
              </a:ext>
            </a:extLst>
          </p:cNvPr>
          <p:cNvCxnSpPr>
            <a:cxnSpLocks/>
          </p:cNvCxnSpPr>
          <p:nvPr/>
        </p:nvCxnSpPr>
        <p:spPr>
          <a:xfrm>
            <a:off x="2621131" y="4215097"/>
            <a:ext cx="3458827" cy="22744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01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/>
      <p:bldP spid="20" grpId="0"/>
      <p:bldP spid="21" grpId="0"/>
      <p:bldP spid="22" grpId="0"/>
      <p:bldP spid="34" grpId="0" animBg="1"/>
      <p:bldP spid="35" grpId="0"/>
      <p:bldP spid="36" grpId="0"/>
      <p:bldP spid="39" grpId="0"/>
      <p:bldP spid="43" grpId="0"/>
      <p:bldP spid="59" grpId="0"/>
      <p:bldP spid="1025" grpId="0"/>
      <p:bldP spid="1028" grpId="0"/>
      <p:bldP spid="102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B733D-4066-1DA0-4D9C-65E59CA7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B5759-A733-7E17-5EDC-9F2140374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 err="1"/>
              <a:t>Keyless</a:t>
            </a:r>
            <a:r>
              <a:rPr lang="de-DE" dirty="0"/>
              <a:t> </a:t>
            </a:r>
            <a:r>
              <a:rPr lang="de-DE" dirty="0" err="1"/>
              <a:t>Cosign</a:t>
            </a:r>
            <a:endParaRPr lang="de-DE" dirty="0"/>
          </a:p>
        </p:txBody>
      </p:sp>
      <p:pic>
        <p:nvPicPr>
          <p:cNvPr id="3" name="Grafik 2" descr="Benutzer Silhouette">
            <a:extLst>
              <a:ext uri="{FF2B5EF4-FFF2-40B4-BE49-F238E27FC236}">
                <a16:creationId xmlns:a16="http://schemas.microsoft.com/office/drawing/2014/main" id="{8398CFAA-2AF5-24E0-5782-8173204FC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8442" y="2496831"/>
            <a:ext cx="1418714" cy="1418714"/>
          </a:xfrm>
          <a:prstGeom prst="rect">
            <a:avLst/>
          </a:prstGeom>
        </p:spPr>
      </p:pic>
      <p:pic>
        <p:nvPicPr>
          <p:cNvPr id="4" name="Picture 2" descr="Sigstore – Open Source Security Foundation">
            <a:extLst>
              <a:ext uri="{FF2B5EF4-FFF2-40B4-BE49-F238E27FC236}">
                <a16:creationId xmlns:a16="http://schemas.microsoft.com/office/drawing/2014/main" id="{D4B555FF-1042-69B2-74DA-5814D18F8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442" y="4042137"/>
            <a:ext cx="1418715" cy="125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 descr="Schachtel Silhouette">
            <a:extLst>
              <a:ext uri="{FF2B5EF4-FFF2-40B4-BE49-F238E27FC236}">
                <a16:creationId xmlns:a16="http://schemas.microsoft.com/office/drawing/2014/main" id="{FAA283B3-5F73-5A4F-FC5E-40B0F642BD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10999" y="2743190"/>
            <a:ext cx="1077319" cy="107731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F0EAA70-03ED-863E-EA1A-01DF1139AFCA}"/>
              </a:ext>
            </a:extLst>
          </p:cNvPr>
          <p:cNvSpPr txBox="1"/>
          <p:nvPr/>
        </p:nvSpPr>
        <p:spPr>
          <a:xfrm>
            <a:off x="3144251" y="2943296"/>
            <a:ext cx="356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build</a:t>
            </a:r>
            <a:r>
              <a:rPr lang="de-DE" sz="1600" dirty="0"/>
              <a:t> and push </a:t>
            </a:r>
            <a:r>
              <a:rPr lang="de-DE" sz="1600" dirty="0" err="1"/>
              <a:t>container</a:t>
            </a:r>
            <a:r>
              <a:rPr lang="de-DE" sz="1600" dirty="0"/>
              <a:t> </a:t>
            </a:r>
            <a:r>
              <a:rPr lang="de-DE" sz="1600" dirty="0" err="1"/>
              <a:t>image</a:t>
            </a:r>
            <a:endParaRPr lang="de-DE" sz="160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50488B2-9909-BCA4-4ED0-851643181084}"/>
              </a:ext>
            </a:extLst>
          </p:cNvPr>
          <p:cNvSpPr/>
          <p:nvPr/>
        </p:nvSpPr>
        <p:spPr>
          <a:xfrm>
            <a:off x="7280315" y="2517690"/>
            <a:ext cx="7718219" cy="221977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1CA3939-F8FA-FD01-CFC4-71BF510184CA}"/>
              </a:ext>
            </a:extLst>
          </p:cNvPr>
          <p:cNvCxnSpPr>
            <a:cxnSpLocks/>
          </p:cNvCxnSpPr>
          <p:nvPr/>
        </p:nvCxnSpPr>
        <p:spPr>
          <a:xfrm>
            <a:off x="2903621" y="3326064"/>
            <a:ext cx="5207378" cy="131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Grafik 11" descr="Bankscheck Silhouette">
            <a:extLst>
              <a:ext uri="{FF2B5EF4-FFF2-40B4-BE49-F238E27FC236}">
                <a16:creationId xmlns:a16="http://schemas.microsoft.com/office/drawing/2014/main" id="{6FA833E2-9620-1BD3-36CE-B2545F74CF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427248" y="2686089"/>
            <a:ext cx="1191519" cy="1191519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306F437-E4CA-D7EC-4E8B-CE3865415DB0}"/>
              </a:ext>
            </a:extLst>
          </p:cNvPr>
          <p:cNvCxnSpPr>
            <a:cxnSpLocks/>
          </p:cNvCxnSpPr>
          <p:nvPr/>
        </p:nvCxnSpPr>
        <p:spPr>
          <a:xfrm>
            <a:off x="9295250" y="3334523"/>
            <a:ext cx="3046096" cy="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21">
            <a:extLst>
              <a:ext uri="{FF2B5EF4-FFF2-40B4-BE49-F238E27FC236}">
                <a16:creationId xmlns:a16="http://schemas.microsoft.com/office/drawing/2014/main" id="{4E0FBE74-1593-99FE-C420-DC0CB31445DF}"/>
              </a:ext>
            </a:extLst>
          </p:cNvPr>
          <p:cNvSpPr txBox="1"/>
          <p:nvPr/>
        </p:nvSpPr>
        <p:spPr>
          <a:xfrm>
            <a:off x="9097072" y="2926447"/>
            <a:ext cx="353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name</a:t>
            </a:r>
            <a:r>
              <a:rPr lang="de-DE" sz="1600" dirty="0"/>
              <a:t> </a:t>
            </a:r>
            <a:r>
              <a:rPr lang="de-DE" sz="1600" dirty="0" err="1"/>
              <a:t>based</a:t>
            </a:r>
            <a:r>
              <a:rPr lang="de-DE" sz="1600" dirty="0"/>
              <a:t> on </a:t>
            </a:r>
            <a:r>
              <a:rPr lang="de-DE" sz="1600" dirty="0" err="1"/>
              <a:t>digest</a:t>
            </a:r>
            <a:endParaRPr lang="de-DE" sz="1600" dirty="0"/>
          </a:p>
        </p:txBody>
      </p:sp>
      <p:sp>
        <p:nvSpPr>
          <p:cNvPr id="17" name="Textfeld 21">
            <a:extLst>
              <a:ext uri="{FF2B5EF4-FFF2-40B4-BE49-F238E27FC236}">
                <a16:creationId xmlns:a16="http://schemas.microsoft.com/office/drawing/2014/main" id="{C4CC10DB-3AA5-8FB7-2CFA-DF8EF10FD860}"/>
              </a:ext>
            </a:extLst>
          </p:cNvPr>
          <p:cNvSpPr txBox="1"/>
          <p:nvPr/>
        </p:nvSpPr>
        <p:spPr>
          <a:xfrm>
            <a:off x="9370981" y="2082615"/>
            <a:ext cx="353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/>
              <a:t>Container </a:t>
            </a:r>
            <a:r>
              <a:rPr lang="de-DE" sz="1600" dirty="0" err="1"/>
              <a:t>registry</a:t>
            </a:r>
            <a:endParaRPr lang="de-DE" sz="1600" dirty="0"/>
          </a:p>
        </p:txBody>
      </p:sp>
      <p:pic>
        <p:nvPicPr>
          <p:cNvPr id="1026" name="Picture 2" descr="Sigstore – Open Source Security Foundation">
            <a:extLst>
              <a:ext uri="{FF2B5EF4-FFF2-40B4-BE49-F238E27FC236}">
                <a16:creationId xmlns:a16="http://schemas.microsoft.com/office/drawing/2014/main" id="{823AEA96-2952-EAED-07A8-920628C76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201" y="6565240"/>
            <a:ext cx="1557228" cy="1381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FD4B50DA-0A97-0B8B-75C0-302DD90BC048}"/>
              </a:ext>
            </a:extLst>
          </p:cNvPr>
          <p:cNvSpPr/>
          <p:nvPr/>
        </p:nvSpPr>
        <p:spPr>
          <a:xfrm>
            <a:off x="4597320" y="6565240"/>
            <a:ext cx="1535950" cy="93505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OIDC </a:t>
            </a:r>
            <a:r>
              <a:rPr lang="de-DE" dirty="0" err="1"/>
              <a:t>provider</a:t>
            </a:r>
            <a:endParaRPr lang="de-DE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14EE62F1-B622-3760-9C1D-C51031714965}"/>
              </a:ext>
            </a:extLst>
          </p:cNvPr>
          <p:cNvCxnSpPr>
            <a:cxnSpLocks/>
          </p:cNvCxnSpPr>
          <p:nvPr/>
        </p:nvCxnSpPr>
        <p:spPr>
          <a:xfrm>
            <a:off x="2727156" y="3959759"/>
            <a:ext cx="2033967" cy="23229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CBA9F38-B8B7-25D2-B5AB-5DDC84684E25}"/>
              </a:ext>
            </a:extLst>
          </p:cNvPr>
          <p:cNvCxnSpPr>
            <a:cxnSpLocks/>
          </p:cNvCxnSpPr>
          <p:nvPr/>
        </p:nvCxnSpPr>
        <p:spPr>
          <a:xfrm flipH="1" flipV="1">
            <a:off x="2952375" y="3703291"/>
            <a:ext cx="1972551" cy="231023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48A88D30-2199-C5B3-EA5A-DE2A35BA0813}"/>
              </a:ext>
            </a:extLst>
          </p:cNvPr>
          <p:cNvSpPr txBox="1"/>
          <p:nvPr/>
        </p:nvSpPr>
        <p:spPr>
          <a:xfrm rot="2951995">
            <a:off x="3137360" y="5313265"/>
            <a:ext cx="1118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log in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B06082C-EA61-AFA7-E196-E1FE22160902}"/>
              </a:ext>
            </a:extLst>
          </p:cNvPr>
          <p:cNvSpPr txBox="1"/>
          <p:nvPr/>
        </p:nvSpPr>
        <p:spPr>
          <a:xfrm rot="3013353">
            <a:off x="3182971" y="4585091"/>
            <a:ext cx="2048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retrieve</a:t>
            </a:r>
            <a:r>
              <a:rPr lang="de-DE" sz="1600" dirty="0"/>
              <a:t> OIDC </a:t>
            </a:r>
            <a:r>
              <a:rPr lang="de-DE" sz="1600" dirty="0" err="1"/>
              <a:t>token</a:t>
            </a:r>
            <a:endParaRPr lang="de-DE" sz="1600" dirty="0"/>
          </a:p>
        </p:txBody>
      </p:sp>
      <p:pic>
        <p:nvPicPr>
          <p:cNvPr id="1028" name="Picture 4" descr="Microsoft Logo png, Microsoft Symbol transparent png 27127473 PNG">
            <a:extLst>
              <a:ext uri="{FF2B5EF4-FFF2-40B4-BE49-F238E27FC236}">
                <a16:creationId xmlns:a16="http://schemas.microsoft.com/office/drawing/2014/main" id="{A7467A79-644A-D703-F80C-DFE915DEC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841" y="7527854"/>
            <a:ext cx="610564" cy="61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83F79EA-B439-3ECB-1A90-1B4F674BE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98" y="7607998"/>
            <a:ext cx="450276" cy="45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itHub White Logo Icons for Your Projects">
            <a:extLst>
              <a:ext uri="{FF2B5EF4-FFF2-40B4-BE49-F238E27FC236}">
                <a16:creationId xmlns:a16="http://schemas.microsoft.com/office/drawing/2014/main" id="{D5EEB55D-D6E1-9EAE-7AFD-91C695C1E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916" y="7520498"/>
            <a:ext cx="625276" cy="62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Grafik 29" descr="Schlüssel Silhouette">
            <a:extLst>
              <a:ext uri="{FF2B5EF4-FFF2-40B4-BE49-F238E27FC236}">
                <a16:creationId xmlns:a16="http://schemas.microsoft.com/office/drawing/2014/main" id="{AF745C34-8A27-48FB-C01B-44126C7FD4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60599" y="6500298"/>
            <a:ext cx="914400" cy="914400"/>
          </a:xfrm>
          <a:prstGeom prst="rect">
            <a:avLst/>
          </a:prstGeom>
        </p:spPr>
      </p:pic>
      <p:sp>
        <p:nvSpPr>
          <p:cNvPr id="31" name="Textfeld 21">
            <a:extLst>
              <a:ext uri="{FF2B5EF4-FFF2-40B4-BE49-F238E27FC236}">
                <a16:creationId xmlns:a16="http://schemas.microsoft.com/office/drawing/2014/main" id="{E5FDC6C6-2081-045E-7B3B-7F269024214D}"/>
              </a:ext>
            </a:extLst>
          </p:cNvPr>
          <p:cNvSpPr txBox="1"/>
          <p:nvPr/>
        </p:nvSpPr>
        <p:spPr>
          <a:xfrm>
            <a:off x="1109771" y="7249835"/>
            <a:ext cx="1768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/>
              <a:t>In-memory </a:t>
            </a:r>
          </a:p>
          <a:p>
            <a:pPr algn="ctr"/>
            <a:r>
              <a:rPr lang="de-DE" sz="1600" dirty="0" err="1"/>
              <a:t>public</a:t>
            </a:r>
            <a:r>
              <a:rPr lang="de-DE" sz="1600" dirty="0"/>
              <a:t>/private</a:t>
            </a:r>
          </a:p>
          <a:p>
            <a:pPr algn="ctr"/>
            <a:r>
              <a:rPr lang="de-DE" sz="1600" dirty="0" err="1"/>
              <a:t>keypair</a:t>
            </a:r>
            <a:endParaRPr lang="de-DE" sz="1600" dirty="0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5A7A9BD4-FABE-5146-9F16-76133CE4FDFE}"/>
              </a:ext>
            </a:extLst>
          </p:cNvPr>
          <p:cNvCxnSpPr>
            <a:cxnSpLocks/>
          </p:cNvCxnSpPr>
          <p:nvPr/>
        </p:nvCxnSpPr>
        <p:spPr>
          <a:xfrm>
            <a:off x="2014311" y="5546968"/>
            <a:ext cx="0" cy="97097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855E4F4B-A5A9-1348-4CF8-C1A3860C93D2}"/>
              </a:ext>
            </a:extLst>
          </p:cNvPr>
          <p:cNvCxnSpPr>
            <a:cxnSpLocks/>
          </p:cNvCxnSpPr>
          <p:nvPr/>
        </p:nvCxnSpPr>
        <p:spPr>
          <a:xfrm>
            <a:off x="2902926" y="3534032"/>
            <a:ext cx="6265788" cy="3387023"/>
          </a:xfrm>
          <a:prstGeom prst="bentConnector3">
            <a:avLst>
              <a:gd name="adj1" fmla="val 56705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1F2BC1C9-6FCB-3800-803D-4B2A5AB25D28}"/>
              </a:ext>
            </a:extLst>
          </p:cNvPr>
          <p:cNvSpPr txBox="1"/>
          <p:nvPr/>
        </p:nvSpPr>
        <p:spPr>
          <a:xfrm>
            <a:off x="6387090" y="5316705"/>
            <a:ext cx="2952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request</a:t>
            </a:r>
            <a:r>
              <a:rPr lang="de-DE" sz="1600" dirty="0"/>
              <a:t> </a:t>
            </a:r>
            <a:r>
              <a:rPr lang="de-DE" sz="1600" dirty="0" err="1"/>
              <a:t>short-lived</a:t>
            </a:r>
            <a:r>
              <a:rPr lang="de-DE" sz="1600" dirty="0"/>
              <a:t> </a:t>
            </a:r>
            <a:r>
              <a:rPr lang="de-DE" sz="1600" dirty="0" err="1"/>
              <a:t>signing</a:t>
            </a:r>
            <a:r>
              <a:rPr lang="de-DE" sz="1600" dirty="0"/>
              <a:t> </a:t>
            </a:r>
            <a:r>
              <a:rPr lang="de-DE" sz="1600" dirty="0" err="1"/>
              <a:t>certificate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OIDC </a:t>
            </a:r>
            <a:r>
              <a:rPr lang="de-DE" sz="1600" dirty="0" err="1"/>
              <a:t>token</a:t>
            </a:r>
            <a:endParaRPr lang="de-DE" sz="1600" dirty="0"/>
          </a:p>
        </p:txBody>
      </p:sp>
      <p:cxnSp>
        <p:nvCxnSpPr>
          <p:cNvPr id="60" name="Gewinkelte Verbindung 59">
            <a:extLst>
              <a:ext uri="{FF2B5EF4-FFF2-40B4-BE49-F238E27FC236}">
                <a16:creationId xmlns:a16="http://schemas.microsoft.com/office/drawing/2014/main" id="{E4E02744-17BA-6C18-58A2-43A1B0E30FA5}"/>
              </a:ext>
            </a:extLst>
          </p:cNvPr>
          <p:cNvCxnSpPr>
            <a:cxnSpLocks/>
            <a:stCxn id="1026" idx="2"/>
            <a:endCxn id="31" idx="2"/>
          </p:cNvCxnSpPr>
          <p:nvPr/>
        </p:nvCxnSpPr>
        <p:spPr>
          <a:xfrm rot="5400000">
            <a:off x="5763636" y="4176652"/>
            <a:ext cx="134537" cy="7673823"/>
          </a:xfrm>
          <a:prstGeom prst="bentConnector3">
            <a:avLst>
              <a:gd name="adj1" fmla="val 375381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Textfeld 1028">
            <a:extLst>
              <a:ext uri="{FF2B5EF4-FFF2-40B4-BE49-F238E27FC236}">
                <a16:creationId xmlns:a16="http://schemas.microsoft.com/office/drawing/2014/main" id="{00F960C9-FBC2-08A7-78E7-F698F4507365}"/>
              </a:ext>
            </a:extLst>
          </p:cNvPr>
          <p:cNvSpPr txBox="1"/>
          <p:nvPr/>
        </p:nvSpPr>
        <p:spPr>
          <a:xfrm>
            <a:off x="4145215" y="8525537"/>
            <a:ext cx="2890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binds</a:t>
            </a:r>
            <a:r>
              <a:rPr lang="de-DE" sz="1600" dirty="0"/>
              <a:t> </a:t>
            </a:r>
            <a:r>
              <a:rPr lang="de-DE" sz="1600" dirty="0" err="1"/>
              <a:t>identity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key</a:t>
            </a:r>
            <a:endParaRPr lang="de-DE" sz="1600" dirty="0"/>
          </a:p>
        </p:txBody>
      </p:sp>
      <p:pic>
        <p:nvPicPr>
          <p:cNvPr id="1048" name="Picture 24">
            <a:extLst>
              <a:ext uri="{FF2B5EF4-FFF2-40B4-BE49-F238E27FC236}">
                <a16:creationId xmlns:a16="http://schemas.microsoft.com/office/drawing/2014/main" id="{17A3CB69-AB5C-3082-7700-37196048A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7365" y="6584688"/>
            <a:ext cx="1557228" cy="1381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1" name="Gerade Verbindung mit Pfeil 1030">
            <a:extLst>
              <a:ext uri="{FF2B5EF4-FFF2-40B4-BE49-F238E27FC236}">
                <a16:creationId xmlns:a16="http://schemas.microsoft.com/office/drawing/2014/main" id="{6C709A4D-3832-7CDD-267D-B892E962322B}"/>
              </a:ext>
            </a:extLst>
          </p:cNvPr>
          <p:cNvCxnSpPr>
            <a:cxnSpLocks/>
          </p:cNvCxnSpPr>
          <p:nvPr/>
        </p:nvCxnSpPr>
        <p:spPr>
          <a:xfrm>
            <a:off x="10446429" y="6941255"/>
            <a:ext cx="3592003" cy="69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Textfeld 1035">
            <a:extLst>
              <a:ext uri="{FF2B5EF4-FFF2-40B4-BE49-F238E27FC236}">
                <a16:creationId xmlns:a16="http://schemas.microsoft.com/office/drawing/2014/main" id="{C604F87E-80B3-C7D5-6FA2-EB6ADE132D76}"/>
              </a:ext>
            </a:extLst>
          </p:cNvPr>
          <p:cNvSpPr txBox="1"/>
          <p:nvPr/>
        </p:nvSpPr>
        <p:spPr>
          <a:xfrm>
            <a:off x="10619851" y="6292301"/>
            <a:ext cx="3442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stores</a:t>
            </a:r>
            <a:r>
              <a:rPr lang="de-DE" sz="1600" dirty="0"/>
              <a:t> </a:t>
            </a:r>
            <a:r>
              <a:rPr lang="de-DE" sz="1600" dirty="0" err="1"/>
              <a:t>signature</a:t>
            </a:r>
            <a:r>
              <a:rPr lang="de-DE" sz="1600" dirty="0"/>
              <a:t>, </a:t>
            </a:r>
            <a:r>
              <a:rPr lang="de-DE" sz="1600" dirty="0" err="1"/>
              <a:t>certificate</a:t>
            </a:r>
            <a:r>
              <a:rPr lang="de-DE" sz="1600" dirty="0"/>
              <a:t> and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key</a:t>
            </a:r>
            <a:endParaRPr lang="de-DE" sz="1600" dirty="0"/>
          </a:p>
        </p:txBody>
      </p:sp>
      <p:cxnSp>
        <p:nvCxnSpPr>
          <p:cNvPr id="1052" name="Gewinkelte Verbindung 1051">
            <a:extLst>
              <a:ext uri="{FF2B5EF4-FFF2-40B4-BE49-F238E27FC236}">
                <a16:creationId xmlns:a16="http://schemas.microsoft.com/office/drawing/2014/main" id="{04D7C65F-513A-1EEC-F40C-E22748E039C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2835360" y="4212582"/>
            <a:ext cx="3631435" cy="1858398"/>
          </a:xfrm>
          <a:prstGeom prst="bentConnector3">
            <a:avLst>
              <a:gd name="adj1" fmla="val 100033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Textfeld 1061">
            <a:extLst>
              <a:ext uri="{FF2B5EF4-FFF2-40B4-BE49-F238E27FC236}">
                <a16:creationId xmlns:a16="http://schemas.microsoft.com/office/drawing/2014/main" id="{654ACE14-FB41-A9F5-F62C-773D0CFECAE2}"/>
              </a:ext>
            </a:extLst>
          </p:cNvPr>
          <p:cNvSpPr txBox="1"/>
          <p:nvPr/>
        </p:nvSpPr>
        <p:spPr>
          <a:xfrm>
            <a:off x="15683388" y="4812044"/>
            <a:ext cx="1902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Verify</a:t>
            </a:r>
            <a:r>
              <a:rPr lang="de-DE" sz="1600" dirty="0"/>
              <a:t> </a:t>
            </a:r>
            <a:r>
              <a:rPr lang="de-DE" sz="1600" dirty="0" err="1"/>
              <a:t>signature</a:t>
            </a:r>
            <a:r>
              <a:rPr lang="de-DE" sz="1600" dirty="0"/>
              <a:t> </a:t>
            </a:r>
            <a:r>
              <a:rPr lang="de-DE" sz="1600" dirty="0" err="1"/>
              <a:t>using</a:t>
            </a:r>
            <a:r>
              <a:rPr lang="de-DE" sz="1600" dirty="0"/>
              <a:t> </a:t>
            </a:r>
            <a:r>
              <a:rPr lang="de-DE" sz="1600" dirty="0" err="1"/>
              <a:t>transparency</a:t>
            </a:r>
            <a:r>
              <a:rPr lang="de-DE" sz="1600" dirty="0"/>
              <a:t> log </a:t>
            </a:r>
            <a:r>
              <a:rPr lang="de-DE" sz="1600" dirty="0" err="1"/>
              <a:t>entry</a:t>
            </a:r>
            <a:endParaRPr lang="de-DE" sz="16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AD3DE9D-B52F-E1E9-ED1E-F60C9F6E7F1D}"/>
              </a:ext>
            </a:extLst>
          </p:cNvPr>
          <p:cNvSpPr txBox="1"/>
          <p:nvPr/>
        </p:nvSpPr>
        <p:spPr>
          <a:xfrm>
            <a:off x="7280316" y="3814449"/>
            <a:ext cx="2738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reg.my</a:t>
            </a:r>
            <a:r>
              <a:rPr lang="de-DE" sz="1600" dirty="0"/>
              <a:t>/</a:t>
            </a:r>
            <a:r>
              <a:rPr lang="de-DE" sz="1600" dirty="0" err="1"/>
              <a:t>xyz</a:t>
            </a:r>
            <a:r>
              <a:rPr lang="de-DE" sz="1600" dirty="0"/>
              <a:t>/</a:t>
            </a:r>
            <a:r>
              <a:rPr lang="de-DE" sz="1600" dirty="0" err="1"/>
              <a:t>image:tag</a:t>
            </a:r>
            <a:endParaRPr lang="de-DE" sz="1600" dirty="0"/>
          </a:p>
          <a:p>
            <a:pPr algn="ctr"/>
            <a:r>
              <a:rPr lang="de-DE" sz="1600" dirty="0"/>
              <a:t>sha256:foobarbaz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3DCADCB-2954-B1D5-4F23-BA3D50E8083A}"/>
              </a:ext>
            </a:extLst>
          </p:cNvPr>
          <p:cNvSpPr txBox="1"/>
          <p:nvPr/>
        </p:nvSpPr>
        <p:spPr>
          <a:xfrm>
            <a:off x="10776852" y="3814448"/>
            <a:ext cx="4417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reg.my</a:t>
            </a:r>
            <a:r>
              <a:rPr lang="de-DE" sz="1600" dirty="0"/>
              <a:t>/</a:t>
            </a:r>
            <a:r>
              <a:rPr lang="de-DE" sz="1600" dirty="0" err="1"/>
              <a:t>xyz</a:t>
            </a:r>
            <a:r>
              <a:rPr lang="de-DE" sz="1600" dirty="0"/>
              <a:t>/image</a:t>
            </a:r>
            <a:r>
              <a:rPr lang="de-DE" sz="1600"/>
              <a:t>:sha256-foobarbaz</a:t>
            </a:r>
            <a:endParaRPr lang="de-DE" sz="1600" dirty="0"/>
          </a:p>
          <a:p>
            <a:pPr algn="ctr"/>
            <a:r>
              <a:rPr lang="de-DE" sz="1600" dirty="0"/>
              <a:t>sha256:bazbat</a:t>
            </a:r>
          </a:p>
        </p:txBody>
      </p: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21686292-16F8-11ED-B682-7584EF4B601A}"/>
              </a:ext>
            </a:extLst>
          </p:cNvPr>
          <p:cNvCxnSpPr>
            <a:cxnSpLocks/>
          </p:cNvCxnSpPr>
          <p:nvPr/>
        </p:nvCxnSpPr>
        <p:spPr>
          <a:xfrm>
            <a:off x="15275824" y="6957498"/>
            <a:ext cx="31753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883DA5A4-85A4-BCB6-602C-935587ED5EBA}"/>
              </a:ext>
            </a:extLst>
          </p:cNvPr>
          <p:cNvSpPr txBox="1"/>
          <p:nvPr/>
        </p:nvSpPr>
        <p:spPr>
          <a:xfrm>
            <a:off x="10575235" y="38961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/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0618B75C-CBF2-FB05-343A-674BB74035D1}"/>
              </a:ext>
            </a:extLst>
          </p:cNvPr>
          <p:cNvCxnSpPr/>
          <p:nvPr/>
        </p:nvCxnSpPr>
        <p:spPr>
          <a:xfrm flipV="1">
            <a:off x="9667815" y="5240307"/>
            <a:ext cx="3317707" cy="1173258"/>
          </a:xfrm>
          <a:prstGeom prst="bentConnector3">
            <a:avLst>
              <a:gd name="adj1" fmla="val -111"/>
            </a:avLst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1F988DBA-518E-57D4-9893-561402D0D687}"/>
              </a:ext>
            </a:extLst>
          </p:cNvPr>
          <p:cNvCxnSpPr>
            <a:cxnSpLocks/>
          </p:cNvCxnSpPr>
          <p:nvPr/>
        </p:nvCxnSpPr>
        <p:spPr>
          <a:xfrm flipV="1">
            <a:off x="12985523" y="4411098"/>
            <a:ext cx="0" cy="84108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59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5" grpId="0"/>
      <p:bldP spid="17" grpId="0"/>
      <p:bldP spid="18" grpId="0" animBg="1"/>
      <p:bldP spid="26" grpId="0"/>
      <p:bldP spid="27" grpId="0"/>
      <p:bldP spid="31" grpId="0"/>
      <p:bldP spid="51" grpId="0"/>
      <p:bldP spid="1029" grpId="0"/>
      <p:bldP spid="1036" grpId="0"/>
      <p:bldP spid="1062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B673-4DE3-C9C9-4265-FA778F02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568E-D31F-E093-5BB2-1D11C769F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DEMO TIME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131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60B3-17BB-37A4-171E-5C6A0E9B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912106"/>
            <a:ext cx="7851600" cy="1661993"/>
          </a:xfrm>
        </p:spPr>
        <p:txBody>
          <a:bodyPr/>
          <a:lstStyle/>
          <a:p>
            <a:r>
              <a:rPr lang="en-DE" sz="6000" dirty="0"/>
              <a:t>Thank You!</a:t>
            </a:r>
            <a:br>
              <a:rPr lang="en-DE" sz="6000" dirty="0"/>
            </a:br>
            <a:r>
              <a:rPr lang="en-DE" sz="6000" dirty="0"/>
              <a:t>Q&amp;A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622CDB-61BA-08E6-7598-FBB4F7059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44360" y="7400487"/>
            <a:ext cx="4740275" cy="819150"/>
          </a:xfrm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DE" sz="2800" b="1" dirty="0"/>
              <a:t>Find me on LinkedIn</a:t>
            </a:r>
            <a:br>
              <a:rPr lang="en-DE" sz="2800" b="1" dirty="0"/>
            </a:br>
            <a:r>
              <a:rPr lang="en-DE" sz="2800" b="1" dirty="0">
                <a:solidFill>
                  <a:schemeClr val="accent5"/>
                </a:solidFill>
              </a:rPr>
              <a:t>@ReneSchach</a:t>
            </a:r>
          </a:p>
        </p:txBody>
      </p:sp>
      <p:pic>
        <p:nvPicPr>
          <p:cNvPr id="8" name="Graphic 7" descr="Questions with solid fill">
            <a:extLst>
              <a:ext uri="{FF2B5EF4-FFF2-40B4-BE49-F238E27FC236}">
                <a16:creationId xmlns:a16="http://schemas.microsoft.com/office/drawing/2014/main" id="{ABAFA902-A195-3CDB-5BD6-F9E6F8422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43" y="2477794"/>
            <a:ext cx="5466420" cy="5466368"/>
          </a:xfrm>
          <a:prstGeom prst="rect">
            <a:avLst/>
          </a:prstGeom>
        </p:spPr>
      </p:pic>
      <p:pic>
        <p:nvPicPr>
          <p:cNvPr id="9" name="Grafik 15">
            <a:extLst>
              <a:ext uri="{FF2B5EF4-FFF2-40B4-BE49-F238E27FC236}">
                <a16:creationId xmlns:a16="http://schemas.microsoft.com/office/drawing/2014/main" id="{2A63A034-0360-056A-DB85-E8373C25B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550" t="6707" r="6707" b="6550"/>
          <a:stretch>
            <a:fillRect/>
          </a:stretch>
        </p:blipFill>
        <p:spPr>
          <a:xfrm>
            <a:off x="7275285" y="2443486"/>
            <a:ext cx="4478422" cy="4478422"/>
          </a:xfrm>
          <a:prstGeom prst="rect">
            <a:avLst/>
          </a:prstGeom>
        </p:spPr>
      </p:pic>
      <p:sp>
        <p:nvSpPr>
          <p:cNvPr id="4" name="Oval 13">
            <a:extLst>
              <a:ext uri="{FF2B5EF4-FFF2-40B4-BE49-F238E27FC236}">
                <a16:creationId xmlns:a16="http://schemas.microsoft.com/office/drawing/2014/main" id="{8ADB7B5C-844B-1E48-B541-D52926C181B6}"/>
              </a:ext>
            </a:extLst>
          </p:cNvPr>
          <p:cNvSpPr>
            <a:spLocks/>
          </p:cNvSpPr>
          <p:nvPr/>
        </p:nvSpPr>
        <p:spPr>
          <a:xfrm>
            <a:off x="10417187" y="4917381"/>
            <a:ext cx="403873" cy="765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B820206-54BB-8F6A-378D-4A09114EFF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60821" y="8218601"/>
            <a:ext cx="2001387" cy="258411"/>
          </a:xfrm>
        </p:spPr>
        <p:txBody>
          <a:bodyPr/>
          <a:lstStyle/>
          <a:p>
            <a:pPr algn="ctr"/>
            <a:r>
              <a:rPr lang="de-DE" sz="1800" dirty="0" err="1"/>
              <a:t>cosign</a:t>
            </a:r>
            <a:r>
              <a:rPr lang="de-DE" sz="1800" dirty="0"/>
              <a:t> | GitHub</a:t>
            </a:r>
          </a:p>
          <a:p>
            <a:endParaRPr lang="en-DE" sz="1800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1D75A05-7839-3376-EC5F-97B735B12630}"/>
              </a:ext>
            </a:extLst>
          </p:cNvPr>
          <p:cNvSpPr txBox="1">
            <a:spLocks/>
          </p:cNvSpPr>
          <p:nvPr/>
        </p:nvSpPr>
        <p:spPr>
          <a:xfrm>
            <a:off x="13010045" y="4279038"/>
            <a:ext cx="3909982" cy="3985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1800" dirty="0"/>
              <a:t>Demo | Repository</a:t>
            </a:r>
          </a:p>
        </p:txBody>
      </p:sp>
      <p:pic>
        <p:nvPicPr>
          <p:cNvPr id="17" name="Grafik 21">
            <a:extLst>
              <a:ext uri="{FF2B5EF4-FFF2-40B4-BE49-F238E27FC236}">
                <a16:creationId xmlns:a16="http://schemas.microsoft.com/office/drawing/2014/main" id="{CDC61131-8944-C22E-9398-259CB04CBB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888" t="7288" r="7288" b="6888"/>
          <a:stretch>
            <a:fillRect/>
          </a:stretch>
        </p:blipFill>
        <p:spPr>
          <a:xfrm>
            <a:off x="14099346" y="6220246"/>
            <a:ext cx="1727248" cy="1727120"/>
          </a:xfrm>
          <a:prstGeom prst="rect">
            <a:avLst/>
          </a:prstGeom>
        </p:spPr>
      </p:pic>
      <p:pic>
        <p:nvPicPr>
          <p:cNvPr id="19" name="Grafik 10">
            <a:extLst>
              <a:ext uri="{FF2B5EF4-FFF2-40B4-BE49-F238E27FC236}">
                <a16:creationId xmlns:a16="http://schemas.microsoft.com/office/drawing/2014/main" id="{B50DA2B7-0EA0-9BF7-09CD-1C85F23345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149" t="5290" r="5290" b="5149"/>
          <a:stretch>
            <a:fillRect/>
          </a:stretch>
        </p:blipFill>
        <p:spPr>
          <a:xfrm>
            <a:off x="14104290" y="2299166"/>
            <a:ext cx="1727248" cy="1727120"/>
          </a:xfrm>
          <a:prstGeom prst="rect">
            <a:avLst/>
          </a:prstGeom>
        </p:spPr>
      </p:pic>
      <p:sp>
        <p:nvSpPr>
          <p:cNvPr id="25" name="Oval 13">
            <a:extLst>
              <a:ext uri="{FF2B5EF4-FFF2-40B4-BE49-F238E27FC236}">
                <a16:creationId xmlns:a16="http://schemas.microsoft.com/office/drawing/2014/main" id="{4DF45126-671C-5036-51DB-3FE8F19DB743}"/>
              </a:ext>
            </a:extLst>
          </p:cNvPr>
          <p:cNvSpPr>
            <a:spLocks/>
          </p:cNvSpPr>
          <p:nvPr/>
        </p:nvSpPr>
        <p:spPr>
          <a:xfrm>
            <a:off x="14558470" y="4827159"/>
            <a:ext cx="813628" cy="9807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7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93C341C-3693-A4ED-33F1-094ACE4793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99367" y="4738538"/>
            <a:ext cx="1069311" cy="10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6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08E016-C9D2-7B68-AF8B-B5F4FEC6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4A90-D654-BA34-EAE5-6F6A046C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/>
              <a:t>Demo </a:t>
            </a:r>
            <a:r>
              <a:rPr lang="de-DE" dirty="0" err="1"/>
              <a:t>usecases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3BF9-9455-CA2F-A18F-2777FD4D5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763486"/>
            <a:ext cx="15773400" cy="636920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Explain</a:t>
            </a:r>
            <a:r>
              <a:rPr lang="de-DE" sz="1200" dirty="0"/>
              <a:t> </a:t>
            </a:r>
            <a:r>
              <a:rPr lang="de-DE" sz="1200" dirty="0" err="1"/>
              <a:t>demo</a:t>
            </a:r>
            <a:r>
              <a:rPr lang="de-DE" sz="1200" dirty="0"/>
              <a:t> </a:t>
            </a:r>
            <a:r>
              <a:rPr lang="de-DE" sz="1200" dirty="0" err="1"/>
              <a:t>setup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/>
              <a:t>Kind </a:t>
            </a:r>
            <a:r>
              <a:rPr lang="de-DE" sz="1200" dirty="0" err="1"/>
              <a:t>cluster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Golang</a:t>
            </a:r>
            <a:r>
              <a:rPr lang="de-DE" sz="1200" dirty="0"/>
              <a:t> </a:t>
            </a:r>
            <a:r>
              <a:rPr lang="de-DE" sz="1200" dirty="0" err="1"/>
              <a:t>demo</a:t>
            </a:r>
            <a:r>
              <a:rPr lang="de-DE" sz="1200" dirty="0"/>
              <a:t> </a:t>
            </a:r>
            <a:r>
              <a:rPr lang="de-DE" sz="1200" dirty="0" err="1"/>
              <a:t>app</a:t>
            </a:r>
            <a:r>
              <a:rPr lang="de-DE" sz="1200" dirty="0"/>
              <a:t> </a:t>
            </a:r>
            <a:r>
              <a:rPr lang="de-DE" sz="1200" dirty="0" err="1"/>
              <a:t>which</a:t>
            </a:r>
            <a:r>
              <a:rPr lang="de-DE" sz="1200" dirty="0"/>
              <a:t> </a:t>
            </a:r>
            <a:r>
              <a:rPr lang="de-DE" sz="1200" dirty="0" err="1"/>
              <a:t>displays</a:t>
            </a:r>
            <a:r>
              <a:rPr lang="de-DE" sz="1200" dirty="0"/>
              <a:t> </a:t>
            </a:r>
            <a:r>
              <a:rPr lang="de-DE" sz="1200" dirty="0" err="1"/>
              <a:t>pod</a:t>
            </a:r>
            <a:r>
              <a:rPr lang="de-DE" sz="1200" dirty="0"/>
              <a:t> </a:t>
            </a:r>
            <a:r>
              <a:rPr lang="de-DE" sz="1200" dirty="0" err="1"/>
              <a:t>name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Sigstore</a:t>
            </a:r>
            <a:r>
              <a:rPr lang="de-DE" sz="1200" dirty="0"/>
              <a:t> </a:t>
            </a:r>
            <a:r>
              <a:rPr lang="de-DE" sz="1200" dirty="0" err="1"/>
              <a:t>policy</a:t>
            </a:r>
            <a:r>
              <a:rPr lang="de-DE" sz="1200" dirty="0"/>
              <a:t>-controller </a:t>
            </a:r>
            <a:r>
              <a:rPr lang="de-DE" sz="1200" dirty="0" err="1"/>
              <a:t>installed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Build</a:t>
            </a:r>
            <a:r>
              <a:rPr lang="de-DE" sz="1200" dirty="0"/>
              <a:t> </a:t>
            </a:r>
            <a:r>
              <a:rPr lang="de-DE" sz="1200" dirty="0" err="1"/>
              <a:t>demo</a:t>
            </a:r>
            <a:r>
              <a:rPr lang="de-DE" sz="1200" dirty="0"/>
              <a:t> </a:t>
            </a:r>
            <a:r>
              <a:rPr lang="de-DE" sz="1200" dirty="0" err="1"/>
              <a:t>container</a:t>
            </a:r>
            <a:r>
              <a:rPr lang="de-DE" sz="1200" dirty="0"/>
              <a:t> and push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github</a:t>
            </a:r>
            <a:r>
              <a:rPr lang="de-DE" sz="1200" dirty="0"/>
              <a:t> </a:t>
            </a:r>
            <a:r>
              <a:rPr lang="de-DE" sz="1200" dirty="0" err="1"/>
              <a:t>container</a:t>
            </a:r>
            <a:r>
              <a:rPr lang="de-DE" sz="1200" dirty="0"/>
              <a:t> </a:t>
            </a:r>
            <a:r>
              <a:rPr lang="de-DE" sz="1200" dirty="0" err="1"/>
              <a:t>registry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Cosign</a:t>
            </a:r>
            <a:r>
              <a:rPr lang="de-DE" sz="1200" dirty="0"/>
              <a:t> </a:t>
            </a:r>
            <a:r>
              <a:rPr lang="de-DE" sz="1200" dirty="0" err="1"/>
              <a:t>generate</a:t>
            </a:r>
            <a:r>
              <a:rPr lang="de-DE" sz="1200" dirty="0"/>
              <a:t> </a:t>
            </a:r>
            <a:r>
              <a:rPr lang="de-DE" sz="1200" dirty="0" err="1"/>
              <a:t>local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r>
              <a:rPr lang="de-DE" sz="1200" dirty="0"/>
              <a:t> pair and </a:t>
            </a:r>
            <a:r>
              <a:rPr lang="de-DE" sz="1200" dirty="0" err="1"/>
              <a:t>sign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it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Verify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local</a:t>
            </a:r>
            <a:r>
              <a:rPr lang="de-DE" sz="1200" dirty="0"/>
              <a:t>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Fail </a:t>
            </a:r>
            <a:r>
              <a:rPr lang="de-DE" sz="1200" dirty="0" err="1"/>
              <a:t>case</a:t>
            </a:r>
            <a:r>
              <a:rPr lang="de-DE" sz="1200" dirty="0"/>
              <a:t> </a:t>
            </a:r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verifying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(e.g. </a:t>
            </a:r>
            <a:r>
              <a:rPr lang="de-DE" sz="1200" dirty="0" err="1"/>
              <a:t>use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</a:t>
            </a:r>
            <a:r>
              <a:rPr lang="de-DE" sz="1200" dirty="0" err="1"/>
              <a:t>without</a:t>
            </a:r>
            <a:r>
              <a:rPr lang="de-DE" sz="1200" dirty="0"/>
              <a:t> </a:t>
            </a:r>
            <a:r>
              <a:rPr lang="de-DE" sz="1200" dirty="0" err="1"/>
              <a:t>signatures</a:t>
            </a:r>
            <a:r>
              <a:rPr lang="de-DE" sz="1200" dirty="0"/>
              <a:t> -&gt; </a:t>
            </a:r>
            <a:r>
              <a:rPr lang="de-DE" sz="1200" dirty="0" err="1"/>
              <a:t>nginx:alpine</a:t>
            </a:r>
            <a:r>
              <a:rPr lang="de-DE" sz="1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Keyless</a:t>
            </a:r>
            <a:r>
              <a:rPr lang="de-DE" sz="1200" dirty="0"/>
              <a:t> </a:t>
            </a:r>
            <a:r>
              <a:rPr lang="de-DE" sz="1200" dirty="0" err="1"/>
              <a:t>signing</a:t>
            </a:r>
            <a:r>
              <a:rPr lang="de-DE" sz="1200" dirty="0"/>
              <a:t> in </a:t>
            </a:r>
            <a:r>
              <a:rPr lang="de-DE" sz="1200" dirty="0" err="1"/>
              <a:t>Github</a:t>
            </a:r>
            <a:r>
              <a:rPr lang="de-DE" sz="1200" dirty="0"/>
              <a:t> Actions </a:t>
            </a:r>
            <a:r>
              <a:rPr lang="de-DE" sz="1200" dirty="0" err="1"/>
              <a:t>pipeline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/>
              <a:t>Show </a:t>
            </a:r>
            <a:r>
              <a:rPr lang="de-DE" sz="1200" dirty="0" err="1"/>
              <a:t>pipeline</a:t>
            </a:r>
            <a:r>
              <a:rPr lang="de-DE" sz="1200" dirty="0"/>
              <a:t> and </a:t>
            </a:r>
            <a:r>
              <a:rPr lang="de-DE" sz="1200" dirty="0" err="1"/>
              <a:t>what</a:t>
            </a:r>
            <a:r>
              <a:rPr lang="de-DE" sz="1200" dirty="0"/>
              <a:t> </a:t>
            </a:r>
            <a:r>
              <a:rPr lang="de-DE" sz="1200" dirty="0" err="1"/>
              <a:t>it</a:t>
            </a:r>
            <a:r>
              <a:rPr lang="de-DE" sz="1200" dirty="0"/>
              <a:t> </a:t>
            </a:r>
            <a:r>
              <a:rPr lang="de-DE" sz="1200" dirty="0" err="1"/>
              <a:t>does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Manual </a:t>
            </a:r>
            <a:r>
              <a:rPr lang="de-DE" sz="1200" dirty="0" err="1"/>
              <a:t>verification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keyless</a:t>
            </a:r>
            <a:r>
              <a:rPr lang="de-DE" sz="1200" dirty="0"/>
              <a:t> </a:t>
            </a:r>
            <a:r>
              <a:rPr lang="de-DE" sz="1200" dirty="0" err="1"/>
              <a:t>signing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Show </a:t>
            </a:r>
            <a:r>
              <a:rPr lang="de-DE" sz="1200" dirty="0" err="1"/>
              <a:t>failcase</a:t>
            </a:r>
            <a:r>
              <a:rPr lang="de-DE" sz="1200" dirty="0"/>
              <a:t> (e.g. </a:t>
            </a:r>
            <a:r>
              <a:rPr lang="de-DE" sz="1200" dirty="0" err="1"/>
              <a:t>try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verify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</a:t>
            </a:r>
            <a:r>
              <a:rPr lang="de-DE" sz="1200" dirty="0" err="1"/>
              <a:t>which</a:t>
            </a:r>
            <a:r>
              <a:rPr lang="de-DE" sz="1200" dirty="0"/>
              <a:t> was </a:t>
            </a:r>
            <a:r>
              <a:rPr lang="de-DE" sz="1200" dirty="0" err="1"/>
              <a:t>signed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r>
              <a:rPr lang="de-DE" sz="1200" dirty="0"/>
              <a:t> in </a:t>
            </a:r>
            <a:r>
              <a:rPr lang="de-DE" sz="1200" dirty="0" err="1"/>
              <a:t>first</a:t>
            </a:r>
            <a:r>
              <a:rPr lang="de-DE" sz="1200" dirty="0"/>
              <a:t> </a:t>
            </a:r>
            <a:r>
              <a:rPr lang="de-DE" sz="1200" dirty="0" err="1"/>
              <a:t>showcase</a:t>
            </a:r>
            <a:r>
              <a:rPr lang="de-DE" sz="1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Kyverno</a:t>
            </a:r>
            <a:r>
              <a:rPr lang="de-DE" sz="1200" dirty="0"/>
              <a:t> </a:t>
            </a:r>
            <a:r>
              <a:rPr lang="de-DE" sz="1200" dirty="0" err="1"/>
              <a:t>policies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Showcase </a:t>
            </a:r>
            <a:r>
              <a:rPr lang="de-DE" sz="1200" dirty="0" err="1"/>
              <a:t>policy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r>
              <a:rPr lang="de-DE" sz="1200" dirty="0"/>
              <a:t> and </a:t>
            </a:r>
            <a:r>
              <a:rPr lang="de-DE" sz="1200" dirty="0" err="1"/>
              <a:t>keyless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create</a:t>
            </a:r>
            <a:r>
              <a:rPr lang="de-DE" sz="1200" dirty="0"/>
              <a:t> K8s </a:t>
            </a:r>
            <a:r>
              <a:rPr lang="de-DE" sz="1200" dirty="0" err="1"/>
              <a:t>secret</a:t>
            </a:r>
            <a:r>
              <a:rPr lang="de-DE" sz="1200" dirty="0"/>
              <a:t> </a:t>
            </a:r>
            <a:r>
              <a:rPr lang="de-DE" sz="1200" dirty="0" err="1"/>
              <a:t>before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/>
              <a:t>Comment out </a:t>
            </a:r>
            <a:r>
              <a:rPr lang="de-DE" sz="1200" dirty="0" err="1"/>
              <a:t>one</a:t>
            </a:r>
            <a:r>
              <a:rPr lang="de-DE" sz="1200" dirty="0"/>
              <a:t> </a:t>
            </a:r>
            <a:r>
              <a:rPr lang="de-DE" sz="1200" dirty="0" err="1"/>
              <a:t>entry</a:t>
            </a:r>
            <a:r>
              <a:rPr lang="de-DE" sz="1200" dirty="0"/>
              <a:t> and </a:t>
            </a:r>
            <a:r>
              <a:rPr lang="de-DE" sz="1200" dirty="0" err="1"/>
              <a:t>show</a:t>
            </a:r>
            <a:r>
              <a:rPr lang="de-DE" sz="1200" dirty="0"/>
              <a:t> </a:t>
            </a:r>
            <a:r>
              <a:rPr lang="de-DE" sz="1200" dirty="0" err="1"/>
              <a:t>failcase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---------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If</a:t>
            </a:r>
            <a:r>
              <a:rPr lang="de-DE" sz="1200" dirty="0"/>
              <a:t> </a:t>
            </a:r>
            <a:r>
              <a:rPr lang="de-DE" sz="1200" dirty="0" err="1"/>
              <a:t>some</a:t>
            </a:r>
            <a:r>
              <a:rPr lang="de-DE" sz="1200" dirty="0"/>
              <a:t> time </a:t>
            </a:r>
            <a:r>
              <a:rPr lang="de-DE" sz="1200" dirty="0" err="1"/>
              <a:t>left</a:t>
            </a:r>
            <a:r>
              <a:rPr lang="de-DE" sz="1200" dirty="0"/>
              <a:t>: </a:t>
            </a:r>
            <a:r>
              <a:rPr lang="de-DE" sz="1200" dirty="0" err="1"/>
              <a:t>show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r>
              <a:rPr lang="de-DE" sz="1200" dirty="0"/>
              <a:t> </a:t>
            </a:r>
            <a:r>
              <a:rPr lang="de-DE" sz="1200" dirty="0" err="1"/>
              <a:t>storage</a:t>
            </a:r>
            <a:r>
              <a:rPr lang="de-DE" sz="1200" dirty="0"/>
              <a:t> in </a:t>
            </a:r>
            <a:r>
              <a:rPr lang="de-DE" sz="1200" dirty="0" err="1"/>
              <a:t>Github</a:t>
            </a:r>
            <a:r>
              <a:rPr lang="de-DE" sz="1200" dirty="0"/>
              <a:t> </a:t>
            </a:r>
            <a:r>
              <a:rPr lang="de-DE" sz="1200" dirty="0" err="1"/>
              <a:t>actions</a:t>
            </a:r>
            <a:r>
              <a:rPr lang="de-DE" sz="1200" dirty="0"/>
              <a:t> and GCP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4020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551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0BA9-C2F0-90C8-D4D0-C280E396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E602C-4FB6-AC99-1B71-3FA15AA530F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47D36FD-5725-20FF-4654-66F84027C7DE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4EC64-38E7-024C-12A6-DCCEC612097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DB07B-3D31-43F6-542B-E9CEDF81333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42D9E3-D06D-2896-2E06-E60C6126A3F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FE3AF5-72A1-29DB-AC78-E7628D67708F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54A931-4CEF-E500-23CE-95424F9B3BCC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7B3375C-ED63-C7E3-74B4-30FF6A3E75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EC6A63-F5DF-844A-CF29-4DB858FF426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181EF2-5C6F-5EE0-1DEE-81A2BDD2B74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EF716EF-44CF-7E55-2524-F9ADAA3A3B39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1CC3DB2-76CB-4951-6B77-05741E73BA45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50B1EDC-F76E-7E5E-6FE6-96AE4EDFA9C3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643A818-62FC-3A87-1F39-89AECD9B950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EBC34CC-9D5B-3D22-0D30-0682F9DCB525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5B98E8C-ABC7-1B2C-79A7-EEEC51ECD69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B5A3C80-EF13-DC3F-BF49-30D6E39CA0E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543015-A51A-9179-811D-5E93122037A0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7218AA8-A50B-5B1D-915F-02F93A662370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0A61D9B-330A-3133-7F36-F3806D52AB1B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6F5BCE0-7168-3303-D2A0-1FA330AC0FC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A5DA366-2DEA-1867-9004-DB4738CB10D5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1962D0F-4F91-E3EC-08A9-E2C1567D5468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BAFFBBC-D814-5F88-EE96-A1DB09B63B9A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8663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CF62-D759-735D-D01D-54AB9720D4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0A2D1-C5D1-E117-B837-C06635F55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3648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ED71-1ADD-F762-800A-25657CDB8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DEMO TIME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532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5DF54-E80A-1B81-CDD8-B640AD787D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9D294-FDA2-FA13-0DAD-2219815C0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4609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A611-A976-021B-A8D4-E726285E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CDEB1-AB31-CD12-ECED-6B19602A28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77F3-81E1-003D-6E51-06656047C53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C5740F8-BCED-19F4-F9DD-312BD90DF9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5397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D7BF-02A0-2474-CD46-616D2B94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30F8F-23F9-8DCE-FF8D-605CCA1374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BFD81-32C3-5EBF-8231-341003B63D7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AB927B-4C4A-090A-7734-7CD8FAB413C3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F875334-7636-B624-EF0E-3F90C4B9F1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6767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63CE-EFA2-CFE3-446A-A4E40980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1A8B4-8741-3DB4-4027-16D5DA0A91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1AF3E-3DAE-B765-FBEA-E5BBA10794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0FB15-8268-261D-7548-39DC41A72D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71AA28-DA4D-6193-7A7C-87A50632D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5DC7B4-3425-0FE8-F0FE-CAC66B293E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A2119C-84A4-7AFD-B7F5-1833D19ACC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CCB160-3AEB-84E5-87B5-655FEACFA0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59DD79-5C59-9332-8E52-965680662C1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D37E23D-3C69-EAF4-413B-9F5E70C82C9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F87DEE5-BF49-6721-4E5E-1F08FF8B8D4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5CD4A8F-DE90-D36F-4059-34B5629E049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ADAB40-3599-DB0C-16DE-286F3E896BD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4ADC810-21F2-233A-788A-6E64C69660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A1878C4-E83D-4A03-27E5-40C079EF9F9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440EB34-F597-BFF2-BB51-52EF62A1221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46523FB-99FB-6B58-4F55-AB0DF29BD58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499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D994-BD7B-6DFE-D92A-457213203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3844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A49E-CBFE-4891-3E69-AAC5C250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82707-2B2F-3752-3078-AD70F2003B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1FDC13-30AF-D545-BA5E-456D493E7E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6358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1111-4F5C-7C72-CFEC-B0541EE81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FDFA1-ED0C-E110-86CD-FB8C1D414B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3216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20A7-0DF5-4D47-C8C2-F6CA0C2B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B3FC-8588-5FE7-8661-66E52077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078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7BE9-B3CB-97C0-91E9-024C34BE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1163395"/>
          </a:xfrm>
        </p:spPr>
        <p:txBody>
          <a:bodyPr/>
          <a:lstStyle/>
          <a:p>
            <a:r>
              <a:rPr lang="en-DE" dirty="0"/>
              <a:t>Your Table For </a:t>
            </a:r>
            <a:br>
              <a:rPr lang="en-DE" dirty="0"/>
            </a:br>
            <a:r>
              <a:rPr lang="en-DE" dirty="0"/>
              <a:t>Comparing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8508D-5DC0-D13C-CEF5-F7E19C6E7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graphicFrame>
        <p:nvGraphicFramePr>
          <p:cNvPr id="5" name="Google Shape;167;p29">
            <a:extLst>
              <a:ext uri="{FF2B5EF4-FFF2-40B4-BE49-F238E27FC236}">
                <a16:creationId xmlns:a16="http://schemas.microsoft.com/office/drawing/2014/main" id="{56A9F8DC-BDDD-C32B-CE1D-29ED97CCE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8762898"/>
              </p:ext>
            </p:extLst>
          </p:nvPr>
        </p:nvGraphicFramePr>
        <p:xfrm>
          <a:off x="1222200" y="2549277"/>
          <a:ext cx="15808502" cy="635954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8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2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9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2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0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112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1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2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3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4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5</a:t>
                      </a: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459">
                <a:tc>
                  <a:txBody>
                    <a:bodyPr/>
                    <a:lstStyle/>
                    <a:p>
                      <a:pPr marL="0" lvl="0" indent="0" algn="l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VMs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772">
                <a:tc>
                  <a:txBody>
                    <a:bodyPr/>
                    <a:lstStyle/>
                    <a:p>
                      <a:pPr marL="0" lvl="0" indent="0" algn="l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Managed Kubernetes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/>
                        <a:t>Object Storage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24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/>
                        <a:t>Managed Database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691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/>
                        <a:t>…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43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6C6B-A605-7D4F-2038-9F57C2B6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This could be </a:t>
            </a:r>
            <a:br>
              <a:rPr lang="en-DE" dirty="0"/>
            </a:br>
            <a:r>
              <a:rPr lang="en-DE" dirty="0"/>
              <a:t>your table</a:t>
            </a:r>
          </a:p>
        </p:txBody>
      </p:sp>
      <p:graphicFrame>
        <p:nvGraphicFramePr>
          <p:cNvPr id="4" name="Google Shape;67;p15">
            <a:extLst>
              <a:ext uri="{FF2B5EF4-FFF2-40B4-BE49-F238E27FC236}">
                <a16:creationId xmlns:a16="http://schemas.microsoft.com/office/drawing/2014/main" id="{E24B1218-A7DF-2537-724F-925674C888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599075"/>
              </p:ext>
            </p:extLst>
          </p:nvPr>
        </p:nvGraphicFramePr>
        <p:xfrm>
          <a:off x="1237215" y="2854712"/>
          <a:ext cx="15813570" cy="57426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06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6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037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Whatever 1</a:t>
                      </a:r>
                    </a:p>
                  </a:txBody>
                  <a:tcPr marL="91425" marR="91425" marT="108000" marB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Whatever 2</a:t>
                      </a:r>
                    </a:p>
                  </a:txBody>
                  <a:tcPr marL="91425" marR="91425" marT="108000" marB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None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say the thing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say the other thing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 it again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so 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100"/>
                        <a:buFontTx/>
                        <a:buNone/>
                        <a:tabLst/>
                        <a:defRPr/>
                      </a:pPr>
                      <a:endParaRPr lang="en-DE" sz="2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65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984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FA9D-6D59-4E49-4494-EE3AFA8F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659600"/>
            <a:ext cx="7851599" cy="581698"/>
          </a:xfrm>
        </p:spPr>
        <p:txBody>
          <a:bodyPr/>
          <a:lstStyle/>
          <a:p>
            <a:r>
              <a:rPr lang="en-DE" dirty="0"/>
              <a:t>Add Your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2A3CF9-16A4-01B5-C943-2A7AC1180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  <a:endParaRPr lang="en-DE" sz="2800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68971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C493-3DB0-E86D-5DBC-18472B4D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2919C-F0F4-1817-C6EA-12E6FF1DA5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8C850-2DA1-D0D6-3DB2-9C7802B99B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6667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9663-AE20-849D-A221-CA3A38CB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659600"/>
            <a:ext cx="7851600" cy="581698"/>
          </a:xfrm>
        </p:spPr>
        <p:txBody>
          <a:bodyPr/>
          <a:lstStyle/>
          <a:p>
            <a:r>
              <a:rPr lang="en-DE" dirty="0"/>
              <a:t>Add your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3FDF40-DC19-84FF-FEFB-D18B07E751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  <a:endParaRPr lang="en-DE" sz="2800" dirty="0"/>
          </a:p>
          <a:p>
            <a:endParaRPr lang="en-DE" sz="2800" dirty="0"/>
          </a:p>
          <a:p>
            <a:endParaRPr lang="en-D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4E265B-C41C-C612-127E-F4CAA5E653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  <a:endParaRPr lang="en-DE" sz="2800" dirty="0"/>
          </a:p>
          <a:p>
            <a:endParaRPr lang="en-DE" sz="2800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86618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390A-6726-2246-9AFA-2D212641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C8B81-2254-E2E7-0E39-4065E72ABA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A880-13C3-6F04-ECDC-277E2130414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AD7018-423D-B022-AE7E-46948D5DC181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1A53F-B4C7-1BE5-C963-E95361EB16A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6129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6EB93-B8B3-E9BC-BF69-AFFF148F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DE" dirty="0"/>
              <a:t>Add your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AE1B3-638A-20B7-1F4E-8B9979F9C2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5FF2B-37B8-7BDD-1391-1FD55306BF3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21A84F-3AFD-201F-497B-1F5C68D9027B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60ECE-D6B9-95F4-4685-1AA03AC0AE58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35015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6D6705D-A2C9-1402-6098-AE7919D7C33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99A78-7E84-5FEF-0A34-083D1D89E04B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D04F7F0-70A7-30B8-02B6-A08908363F7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62F2EFD-1DEF-42ED-AACC-444E823272E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59B727-DB70-B403-130A-FE663DBF22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45ED76-42C3-1EDF-EC58-9D9FDC52DF1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E0D1E6-D8F3-FDE9-C088-8A5C255753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D452A68-A7B9-736E-AAC9-A1DC814BB6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7B178A1-5AE5-F23D-5A5F-4EE072E2BD6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3D8D7A-8646-0664-2233-9A6C62409B0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0EF8DBD-D4FB-18C7-71D3-01DF4EBC4F88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82CAFA-0601-2B98-9B01-1E6A60E8B48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F8730F8-A4AA-6126-BAC8-773599187F2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EF8ED77-7B94-0781-392A-83C8DA33777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25C88F3-6644-8733-7285-128472288CB4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48010FD-6827-A009-302B-CACBBA248B3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5A7122B-C350-EAD1-F2CD-DF9D604A0BF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8EF76A5-75DD-3FB6-CAE5-005FEF3F6DED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28E88F8-E9FF-806D-9880-3E322C5FA33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A3EFA15-46ED-E381-959A-DD3813FD6885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5203B06B-078F-3B7B-0B6D-D501C4A3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51890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6FF5CF0-C829-AB1F-4F23-AA8084DE4804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16E66-EF31-139E-30F1-90A7681DE7B0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85261E-E5C9-7061-B3DD-5D8900E7E3E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48E82C8-4318-DB09-8C46-0214E6B0545A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96A2E-3FFC-6507-AA4A-5B3652DAF6A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FD7D71-615D-DEE1-4555-46A980AA0FA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ED2E10-FE2D-DEAF-DCEB-9663BC601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088991-2A0D-86F9-FB18-F83A402E14C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3C5859-3F4B-7F95-578C-935A0918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FE38E7-5D36-2F77-D5E0-27306BE2D97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8639D8-E6DE-C274-868D-308F1D34B02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938864-D169-16C7-44DA-76EF7517814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083798-6110-AD2E-D4F0-6856F69F1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E3A1959-0D1E-06F0-B5E1-51CFA4FA8C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8E3568-A262-0B89-6446-4A1E07F9B3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D1D8983-276B-B918-043C-22D9CF76D3D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D7D8FB3-A2A2-E815-2402-FFF71799BA1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5F9CC28-75EE-B15E-B71E-837CE923794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15ACD6B-729A-C82F-9E53-13EEFEDBF3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22" name="Picture Placeholder 21" descr="A pink and black rectangle&#10;&#10;AI-generated content may be incorrect.">
            <a:extLst>
              <a:ext uri="{FF2B5EF4-FFF2-40B4-BE49-F238E27FC236}">
                <a16:creationId xmlns:a16="http://schemas.microsoft.com/office/drawing/2014/main" id="{3AC46C1D-F962-3E88-37ED-6592E2B3B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6" y="2767386"/>
            <a:ext cx="540000" cy="540000"/>
          </a:xfrm>
          <a:prstGeom prst="rect">
            <a:avLst/>
          </a:prstGeom>
          <a:noFill/>
        </p:spPr>
      </p:pic>
      <p:pic>
        <p:nvPicPr>
          <p:cNvPr id="29" name="Picture Placeholder 21">
            <a:extLst>
              <a:ext uri="{FF2B5EF4-FFF2-40B4-BE49-F238E27FC236}">
                <a16:creationId xmlns:a16="http://schemas.microsoft.com/office/drawing/2014/main" id="{67D8D974-68DE-233A-ED98-4A458841B1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3630616"/>
            <a:ext cx="540000" cy="540000"/>
          </a:xfrm>
          <a:prstGeom prst="rect">
            <a:avLst/>
          </a:prstGeom>
          <a:noFill/>
        </p:spPr>
      </p:pic>
      <p:pic>
        <p:nvPicPr>
          <p:cNvPr id="30" name="Picture Placeholder 21">
            <a:extLst>
              <a:ext uri="{FF2B5EF4-FFF2-40B4-BE49-F238E27FC236}">
                <a16:creationId xmlns:a16="http://schemas.microsoft.com/office/drawing/2014/main" id="{5F8C9685-B7FD-FE72-7F21-917D08DB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4552363"/>
            <a:ext cx="540000" cy="540000"/>
          </a:xfrm>
          <a:prstGeom prst="rect">
            <a:avLst/>
          </a:prstGeom>
          <a:noFill/>
        </p:spPr>
      </p:pic>
      <p:pic>
        <p:nvPicPr>
          <p:cNvPr id="31" name="Picture Placeholder 21">
            <a:extLst>
              <a:ext uri="{FF2B5EF4-FFF2-40B4-BE49-F238E27FC236}">
                <a16:creationId xmlns:a16="http://schemas.microsoft.com/office/drawing/2014/main" id="{963C12C3-DEDD-F638-04FB-B57B362F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5467718"/>
            <a:ext cx="540000" cy="540000"/>
          </a:xfrm>
          <a:prstGeom prst="rect">
            <a:avLst/>
          </a:prstGeom>
          <a:noFill/>
        </p:spPr>
      </p:pic>
      <p:pic>
        <p:nvPicPr>
          <p:cNvPr id="32" name="Picture Placeholder 21">
            <a:extLst>
              <a:ext uri="{FF2B5EF4-FFF2-40B4-BE49-F238E27FC236}">
                <a16:creationId xmlns:a16="http://schemas.microsoft.com/office/drawing/2014/main" id="{586F0AAA-87FE-1F2C-B511-3B833B6602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6394740"/>
            <a:ext cx="540000" cy="540000"/>
          </a:xfrm>
          <a:prstGeom prst="rect">
            <a:avLst/>
          </a:prstGeom>
          <a:noFill/>
        </p:spPr>
      </p:pic>
      <p:pic>
        <p:nvPicPr>
          <p:cNvPr id="33" name="Picture Placeholder 21">
            <a:extLst>
              <a:ext uri="{FF2B5EF4-FFF2-40B4-BE49-F238E27FC236}">
                <a16:creationId xmlns:a16="http://schemas.microsoft.com/office/drawing/2014/main" id="{E5921971-883C-5A18-783E-9F1CC42D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7317036"/>
            <a:ext cx="540000" cy="54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5203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834569-3FF2-EE73-692B-855D141C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93D1E41-90F0-B210-4DAE-41386AB16BCA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0E31B-45B0-BC5C-9E27-0C5E533D6AC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65D9F9-F78C-826A-DFE9-E69E048A2780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7062CBC-CB46-4F05-5F4A-4E305C80AFF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4102C50-2F46-8EB1-1FBE-97BFD695E3F6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BDD0A80-B0DB-8F39-F186-9C83D1EEF58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AA580C9-B214-1296-F0E5-8109780F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2CE500-E551-F0E8-6721-2E1D0DD8DA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A50E7DE-B913-7882-DE25-BF06B62EF8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E212654-1B4E-2259-3E10-5C6564956D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1B2544-FD44-270D-9F2A-F44F020027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FD875A-D33D-0806-6C14-F673452A9C1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E7EA589-2D7D-9745-516A-2C9FD36C84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5016E61-514E-7B4C-B32F-9FD6260D6C1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B4BD518-8180-01A4-E7E2-6C0BCB4731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B81B9E4-1D7B-5A8F-CA11-107733441F9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D089A-8745-FA3A-3132-550972A3A3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047583F-F211-A5CC-85A4-A38A45D56A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193B3C6-5752-2CDA-2C7F-B82086836C4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0330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08CF340-3955-C01F-489F-2B373BB0B6A1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E7DB4-F87A-52E8-443D-DC4E5D17C4C3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DA92C0-55EE-4BA7-E1D0-30F5B09E84A5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BA47129-5888-FD3C-0F22-B49B7724DF36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F6FE95F-160C-5B1E-FC69-9A2BD3FCE2E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E0BA793-FEE9-2B5A-82C0-2AFE1D83AF63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9ABAD-C3AB-D4C1-D2C8-A20865E0459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423925-4319-46C9-AA2F-7F6D4E718FD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BDA073B-1C41-EA08-025F-51F812C2CDE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D6CEEF-7F6D-95D9-63BD-A02D988A45A3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B552CE4-DD07-CFFB-F560-77C872AA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25666A5-3947-108F-0B17-A14701947EA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CD01D25-C4FA-F272-3E9C-660023A26C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2D4DE38-A4DC-00FF-2469-EFDF9C40C2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24299D-00CD-FE7A-E367-D3F05745D1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101DC5D-7301-0659-DB20-6CC179EEA13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086AB9A-DECA-9052-345C-C74D9407B2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BEB33-E7D0-3D70-9EEA-6051EE72F56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A8B9974-3DBE-61D9-CF26-2B83D9285D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99F0EFE-4435-8001-D18D-71C76D01F02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26954FF-ED7D-101C-9275-8BA4A4F4B4F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88DB50B-F46D-2EC2-ABC7-36B58FDCEA0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DDC7BB0-7495-62EF-6FA4-DF0A7B7A44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0BED9CE-98CD-A8AB-846E-8008C8F85A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1D6013A-A3AB-56A1-CF77-7573D85CEB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F0A1A69-4761-48CD-85BE-E8C3DBEDD80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16EA037-B420-C462-D890-63C16946F0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3413025-0196-FEE1-8C73-1F2C6DDB1E1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8FBB079-AB7C-ECAC-4DA8-A418C285107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EDF744B-CC4F-9EC9-8610-EF49AD62E7D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2D5D0CDD-7871-61AF-B710-030960EFDAA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51D6D4D-CE44-7158-05F9-6BE4FD57171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D1CED55-2753-341E-4E01-B8285408C5A6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6943168A-DB91-FE78-E650-69A4D23ACB1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CDEE6254-9A86-FEDB-88E3-1D4E928545DC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438C924F-6F7E-D32B-F82D-42594C893B4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8B71645-E772-19F5-8688-4C3F35FE985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131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00E3EE5-9478-40A7-C005-94E7C3789FE0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E16E0-DE8D-4590-4494-5D6EF8B0BA8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BF2CAD-0B82-FF68-B1E2-B1117365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B589E6-5D5C-3F31-1287-95A1A9EA2B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F14E45-8FD9-6F17-6704-B1A66465D4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5B51C8-B7E8-33DA-2DDF-097D1607D39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855E1D-76F3-0D37-5752-684C9E5026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AC110F-A33A-638E-7AF1-90E4B7E0F8D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0EC7AA-222E-29C8-D7BD-B513D7F56378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A3FE2BA-D825-B288-023A-F5209699C47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7C9CF9-1B06-1CD5-CD3B-FAFA592B61E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925D88-FE57-97E5-27A9-CC2BF4352B6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1171D77-7AF1-1371-4EA7-5E7AC406CCB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A891D01-EB47-0643-B5CD-E44B70DED0E1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352FB31-CE6B-8FF3-788F-EDC7532B208B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E4AF52B-32A4-CA30-F0C9-1D1579907B9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3AEEA8B-D387-C4C2-46F2-4E3664D3CBD2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5089402-268F-1AB3-4607-1A63C10D0733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CAF7E49-FAEE-B36F-9AEB-DD9E20129CA9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B2D23D6-D2E9-B98C-A21B-6BC565AF3C9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FD75366-3049-1901-C1D7-A3A2B2B2805B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E89306A-942B-57D4-67D9-EA981DEB3506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04380B4-FA5E-85EA-24E7-37E2E5F91306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D64DE2D-4E79-E590-8979-6DF761FCE9C5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3A4D1A6-2C82-4114-1536-B9A35989662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E865F5D-335C-51F8-E536-B524BF475521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67652B2-3780-1685-CA2E-C05FAF4C79E3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69C4CB8A-D838-6BE2-EB0B-616B8839C20B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D8A04AC-984D-9E79-CC13-373C75B9A93A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C6E0C57-05FE-183B-AEA9-F98E937616FD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5F4CD27-1487-80D7-1FB5-DFE53F0BAEAC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E9F8200-2973-A70E-8BD0-076697ACA317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F41394-4D05-38F0-A973-2EE3B929A323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AA17E0D-1982-C8EF-0B6B-F3AEC8C42E01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C9090DE-A045-E4F2-837D-F62F52E8AD0E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EC49EC8-020A-EC9C-F4F0-EFC14C99B6B0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43BB74B-F531-DDFC-6D11-22F0FAF9D73A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8691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7AECC-1A77-BF6B-E889-0AAC00E8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550FE-B8D6-49C8-EE01-91324E3FC67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BB7496A-55B3-481D-3963-E08124885CD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C98DC-F551-EA26-01DF-8D572F4317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E22A8E-4D43-9D8A-C8D9-692C188FC893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67F865-1FF0-59C0-4F5F-B093F0064F5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10DBE1F-0584-E208-630B-E7063AFAD9F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0C5904-90E2-2E44-9C01-8EF0D28A9F5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4E0440-2B74-DE7C-0E58-113FB3EC6DB3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FD7AEB3-93D5-8328-930F-B882BCD804AB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C931FB-AC74-FB24-8BF9-13A7783F377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36A0C4-5DDD-F44F-8304-A331578AF539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AC52510-E074-B6BA-F70F-E54881EF037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41548B1-1958-FB48-82B1-E484456D0DB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21BE505-F829-9248-1803-65147E1971C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18B00A0-6849-037E-F2FA-C0DE97BCC7E3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2D125D2-3FAF-2D2B-B0B1-A9EAD6281280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C2D761F-23AE-C6BF-D2C3-F5A8C8CBD3CD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48AFB2-3ABE-8A14-0BEE-E7E8BB696868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3C8F2BF-D33D-F5D3-A87C-6C73B51A24B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5266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64BFB-5AD1-8F59-BFEB-EEE4F984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C1B41-44E6-878B-DCE1-41AA1ADFB181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D5A9452-31F0-B152-3F64-7D256DB15B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6C6AB2-4F6F-BF43-7DCD-1E1A011CD431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88CD150-CD2C-33CF-0578-3FCE3442545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F3DEC57-4FA1-BF55-2F8C-CBCF466EE87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C44A43-71D5-A63D-83B3-A41DD986C1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B21BC05-90A9-EB26-981A-960CC77F392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E626962-83D5-D5A1-22E1-54E8C4022D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83335AD-3157-50AD-4F1E-D2D21869391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28DDF0-A58F-AC50-58B0-6C4A3EE0F0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E4297B2-FA57-F6D0-65B1-B5321FE2F21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56B0BA-9653-F5DB-54EF-05CB2D6AD70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7543FB4-8BDE-63A9-7CF3-DBF6B40BED1B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884C920-97C1-F6EF-8392-B43C1FBABF06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DC250AD-BEC2-53AF-CFF4-B9F33E2C5CE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91F3177-2827-5D59-CFC2-1E320885256B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289138D-7721-DB57-31BE-5F6B12984BF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8CD0960-463C-DD41-BC32-C0AB813BE35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737B69-38BE-511B-4C86-5B041CBB0F6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2220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A436065-FF2C-6496-FA3F-553EAFB1B02C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DC3D6E-4D99-7664-4BDC-B62C47A4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26753-8400-D6DE-2463-26FF430E642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B4813-F3FF-A01A-E22A-40ACE885B7B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E31E67-772D-7EE6-17B6-ED5848A2A23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7147BA-0185-9FE1-9FA1-E099138F98B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4E940E-9DA5-8CA1-D1A3-04B4CD7ED8C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6CE66B-33E6-7FB1-0670-876548C3D49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109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D66ED40-5A78-B725-BE03-74C5335547E6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F8A76D-4913-7BA2-7D76-FD26EB8D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930F24B-8136-548E-D8A0-B3FE721CFFE1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727BB4-4AE4-27BD-9351-CABBD9695E8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252E6D-E50E-C650-808E-0789D45FFBA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3BC46C-3F9C-54B6-1566-84163AC0C02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BFFD14-34A5-833B-35B9-D7CDBE0EA76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CF033CD-F6D9-54D7-DE58-03A903CE376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838AB05-8AA7-4DAF-EB1D-83ABC845464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590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2C15-978E-39CD-5E53-92094C93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1163395"/>
          </a:xfrm>
        </p:spPr>
        <p:txBody>
          <a:bodyPr/>
          <a:lstStyle/>
          <a:p>
            <a:r>
              <a:rPr lang="en-DE" dirty="0"/>
              <a:t>wanNa show off </a:t>
            </a:r>
            <a:br>
              <a:rPr lang="en-DE" dirty="0"/>
            </a:br>
            <a:r>
              <a:rPr lang="en-DE" dirty="0"/>
              <a:t>some Icons?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268F73-8227-FA05-DCB6-8BD3D093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314" y="4165200"/>
            <a:ext cx="4865093" cy="886397"/>
          </a:xfrm>
        </p:spPr>
        <p:txBody>
          <a:bodyPr/>
          <a:lstStyle/>
          <a:p>
            <a:pPr algn="ctr"/>
            <a:r>
              <a:rPr lang="en-DE" sz="3200" spc="140" dirty="0"/>
              <a:t>Operational 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5" name="Picture Placeholder 13" descr="Gears with solid fill">
            <a:extLst>
              <a:ext uri="{FF2B5EF4-FFF2-40B4-BE49-F238E27FC236}">
                <a16:creationId xmlns:a16="http://schemas.microsoft.com/office/drawing/2014/main" id="{8F09921C-66FE-23F4-45B3-082DD641F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072475" y="2588350"/>
            <a:ext cx="1386770" cy="1386770"/>
          </a:xfrm>
          <a:prstGeom prst="rect">
            <a:avLst/>
          </a:prstGeom>
        </p:spPr>
      </p:pic>
      <p:pic>
        <p:nvPicPr>
          <p:cNvPr id="6" name="Picture Placeholder 13" descr="Tools with solid fill">
            <a:extLst>
              <a:ext uri="{FF2B5EF4-FFF2-40B4-BE49-F238E27FC236}">
                <a16:creationId xmlns:a16="http://schemas.microsoft.com/office/drawing/2014/main" id="{C35C4FE1-B42B-DE7E-12CA-DF4688AA3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486118" y="2588400"/>
            <a:ext cx="1386770" cy="1386770"/>
          </a:xfrm>
          <a:prstGeom prst="rect">
            <a:avLst/>
          </a:prstGeom>
        </p:spPr>
      </p:pic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65A1FA8-3B02-057D-F153-73B7D9388653}"/>
              </a:ext>
            </a:extLst>
          </p:cNvPr>
          <p:cNvSpPr txBox="1">
            <a:spLocks/>
          </p:cNvSpPr>
          <p:nvPr/>
        </p:nvSpPr>
        <p:spPr>
          <a:xfrm>
            <a:off x="6881863" y="4165200"/>
            <a:ext cx="4865093" cy="886397"/>
          </a:xfrm>
          <a:prstGeom prst="rect">
            <a:avLst/>
          </a:prstGeom>
        </p:spPr>
        <p:txBody>
          <a:bodyPr/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dirty="0"/>
              <a:t>Security </a:t>
            </a:r>
            <a:br>
              <a:rPr lang="en-DE" sz="3200" dirty="0"/>
            </a:br>
            <a:r>
              <a:rPr lang="en-DE" sz="3200" dirty="0"/>
              <a:t>Excellence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F89A048-C7D8-7E79-2C82-967C0F9D8A87}"/>
              </a:ext>
            </a:extLst>
          </p:cNvPr>
          <p:cNvSpPr txBox="1">
            <a:spLocks/>
          </p:cNvSpPr>
          <p:nvPr/>
        </p:nvSpPr>
        <p:spPr>
          <a:xfrm>
            <a:off x="11746956" y="4165200"/>
            <a:ext cx="4865094" cy="886397"/>
          </a:xfrm>
          <a:prstGeom prst="rect">
            <a:avLst/>
          </a:prstGeom>
        </p:spPr>
        <p:txBody>
          <a:bodyPr/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dirty="0"/>
              <a:t>Technical </a:t>
            </a:r>
            <a:br>
              <a:rPr lang="en-DE" sz="3200" dirty="0"/>
            </a:br>
            <a:r>
              <a:rPr lang="en-DE" sz="3200" dirty="0"/>
              <a:t>Excellence</a:t>
            </a:r>
          </a:p>
        </p:txBody>
      </p:sp>
      <p:pic>
        <p:nvPicPr>
          <p:cNvPr id="9" name="Picture Placeholder 13" descr="Lock with solid fill">
            <a:extLst>
              <a:ext uri="{FF2B5EF4-FFF2-40B4-BE49-F238E27FC236}">
                <a16:creationId xmlns:a16="http://schemas.microsoft.com/office/drawing/2014/main" id="{E92A4EEE-47FE-74FF-9BF1-BE1013AEBF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03014" y="2588350"/>
            <a:ext cx="1386770" cy="138677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B32A032-3C3A-FCF6-4748-326665578798}"/>
              </a:ext>
            </a:extLst>
          </p:cNvPr>
          <p:cNvSpPr txBox="1">
            <a:spLocks/>
          </p:cNvSpPr>
          <p:nvPr/>
        </p:nvSpPr>
        <p:spPr>
          <a:xfrm>
            <a:off x="13522141" y="7246800"/>
            <a:ext cx="4865093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spc="140" dirty="0"/>
              <a:t>People 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11" name="Picture Placeholder 13" descr="Group brainstorm with solid fill">
            <a:extLst>
              <a:ext uri="{FF2B5EF4-FFF2-40B4-BE49-F238E27FC236}">
                <a16:creationId xmlns:a16="http://schemas.microsoft.com/office/drawing/2014/main" id="{664F7D0A-A795-DC60-172E-C92474A3C1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261301" y="5617522"/>
            <a:ext cx="1386770" cy="138677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305F13-5A61-D919-FEDC-9462146D778E}"/>
              </a:ext>
            </a:extLst>
          </p:cNvPr>
          <p:cNvSpPr txBox="1">
            <a:spLocks/>
          </p:cNvSpPr>
          <p:nvPr/>
        </p:nvSpPr>
        <p:spPr>
          <a:xfrm>
            <a:off x="9314410" y="7246291"/>
            <a:ext cx="4865093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spc="140" dirty="0"/>
              <a:t>Dev &amp; DevOps 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13" name="Picture Placeholder 13" descr="Workflow with solid fill">
            <a:extLst>
              <a:ext uri="{FF2B5EF4-FFF2-40B4-BE49-F238E27FC236}">
                <a16:creationId xmlns:a16="http://schemas.microsoft.com/office/drawing/2014/main" id="{0821581A-CCE4-0CF3-E987-8911740B1B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053571" y="5617522"/>
            <a:ext cx="1386770" cy="138677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BDE768-2FBE-C57E-BB5F-FDCD12391F9B}"/>
              </a:ext>
            </a:extLst>
          </p:cNvPr>
          <p:cNvSpPr txBox="1">
            <a:spLocks/>
          </p:cNvSpPr>
          <p:nvPr/>
        </p:nvSpPr>
        <p:spPr>
          <a:xfrm>
            <a:off x="4449317" y="7246291"/>
            <a:ext cx="4865093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spc="140" dirty="0"/>
              <a:t>Cost 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15" name="Picture Placeholder 13" descr="Upward trend with solid fill">
            <a:extLst>
              <a:ext uri="{FF2B5EF4-FFF2-40B4-BE49-F238E27FC236}">
                <a16:creationId xmlns:a16="http://schemas.microsoft.com/office/drawing/2014/main" id="{AD464AC4-9CD7-DA68-619A-BFAC7D6B0C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188478" y="5617522"/>
            <a:ext cx="1386770" cy="138677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C57DFD8-6A5D-CFDF-04B9-54FCB4C2EFD3}"/>
              </a:ext>
            </a:extLst>
          </p:cNvPr>
          <p:cNvSpPr txBox="1">
            <a:spLocks/>
          </p:cNvSpPr>
          <p:nvPr/>
        </p:nvSpPr>
        <p:spPr>
          <a:xfrm>
            <a:off x="-99232" y="7246291"/>
            <a:ext cx="4865093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spc="140" dirty="0"/>
              <a:t>API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17" name="Picture Placeholder 13" descr="Web design with solid fill">
            <a:extLst>
              <a:ext uri="{FF2B5EF4-FFF2-40B4-BE49-F238E27FC236}">
                <a16:creationId xmlns:a16="http://schemas.microsoft.com/office/drawing/2014/main" id="{4E2938E7-0352-8856-3608-103C0097B3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639929" y="5617522"/>
            <a:ext cx="1386770" cy="138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29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A5A9-5532-ED8F-F79C-AF851077B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ISmartArt Example</a:t>
            </a:r>
            <a:br>
              <a:rPr lang="en-DE" dirty="0"/>
            </a:br>
            <a:r>
              <a:rPr lang="en-DE" dirty="0"/>
              <a:t>Slide</a:t>
            </a:r>
          </a:p>
        </p:txBody>
      </p:sp>
      <p:graphicFrame>
        <p:nvGraphicFramePr>
          <p:cNvPr id="7" name="SmartArt Placeholder 6">
            <a:extLst>
              <a:ext uri="{FF2B5EF4-FFF2-40B4-BE49-F238E27FC236}">
                <a16:creationId xmlns:a16="http://schemas.microsoft.com/office/drawing/2014/main" id="{3BC1A460-F84B-432B-71E1-C9C0E1560476}"/>
              </a:ext>
            </a:extLst>
          </p:cNvPr>
          <p:cNvGraphicFramePr>
            <a:graphicFrameLocks noGrp="1"/>
          </p:cNvGraphicFramePr>
          <p:nvPr>
            <p:ph type="dgm" sz="quarter" idx="10"/>
          </p:nvPr>
        </p:nvGraphicFramePr>
        <p:xfrm>
          <a:off x="1292400" y="2573338"/>
          <a:ext cx="9832800" cy="603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Left Arrow 10">
            <a:extLst>
              <a:ext uri="{FF2B5EF4-FFF2-40B4-BE49-F238E27FC236}">
                <a16:creationId xmlns:a16="http://schemas.microsoft.com/office/drawing/2014/main" id="{F377109D-518F-608B-AA61-97DD49FEFC88}"/>
              </a:ext>
            </a:extLst>
          </p:cNvPr>
          <p:cNvSpPr/>
          <p:nvPr/>
        </p:nvSpPr>
        <p:spPr>
          <a:xfrm>
            <a:off x="11861367" y="3643709"/>
            <a:ext cx="5134233" cy="3896519"/>
          </a:xfrm>
          <a:prstGeom prst="leftArrow">
            <a:avLst/>
          </a:prstGeom>
          <a:gradFill>
            <a:gsLst>
              <a:gs pos="50000">
                <a:schemeClr val="accent5"/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45DF2-FE7B-A14F-FCA9-BCB0AF2FF1E5}"/>
              </a:ext>
            </a:extLst>
          </p:cNvPr>
          <p:cNvSpPr txBox="1"/>
          <p:nvPr/>
        </p:nvSpPr>
        <p:spPr>
          <a:xfrm>
            <a:off x="13985700" y="4807138"/>
            <a:ext cx="3009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DE" sz="3200" b="1" spc="140" dirty="0"/>
              <a:t>EVERY COMPANY </a:t>
            </a:r>
          </a:p>
          <a:p>
            <a:pPr algn="r"/>
            <a:r>
              <a:rPr lang="en-DE" sz="3200" b="1" spc="140" dirty="0"/>
              <a:t>IS DIFFERENT</a:t>
            </a:r>
          </a:p>
        </p:txBody>
      </p:sp>
    </p:spTree>
    <p:extLst>
      <p:ext uri="{BB962C8B-B14F-4D97-AF65-F5344CB8AC3E}">
        <p14:creationId xmlns:p14="http://schemas.microsoft.com/office/powerpoint/2010/main" val="192942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835688-AC6E-C87D-79EB-7C09E904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E5AB764-0CC3-B726-4494-177774A9841C}"/>
              </a:ext>
            </a:extLst>
          </p:cNvPr>
          <p:cNvGraphicFramePr/>
          <p:nvPr/>
        </p:nvGraphicFramePr>
        <p:xfrm>
          <a:off x="1316183" y="1634126"/>
          <a:ext cx="11984182" cy="7248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A1BEC6D-CA53-1BD7-E981-492802D9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Another Example for SmartArt Slide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D43928-0A3C-64BD-88EC-1CB9EFF76FEB}"/>
              </a:ext>
            </a:extLst>
          </p:cNvPr>
          <p:cNvSpPr/>
          <p:nvPr/>
        </p:nvSpPr>
        <p:spPr>
          <a:xfrm>
            <a:off x="14076218" y="1302327"/>
            <a:ext cx="3435927" cy="7121237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99000">
                <a:schemeClr val="accent6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5C76E2-0BB9-306C-98BD-AC38C9E5027F}"/>
              </a:ext>
            </a:extLst>
          </p:cNvPr>
          <p:cNvSpPr txBox="1"/>
          <p:nvPr/>
        </p:nvSpPr>
        <p:spPr>
          <a:xfrm>
            <a:off x="14076218" y="2373098"/>
            <a:ext cx="3435927" cy="238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Deliver</a:t>
            </a:r>
          </a:p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software</a:t>
            </a:r>
          </a:p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products.</a:t>
            </a:r>
          </a:p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3200" b="1" spc="140" dirty="0">
              <a:solidFill>
                <a:srgbClr val="F3F7FA"/>
              </a:solidFill>
              <a:latin typeface="Trebuchet MS" panose="020B060302020202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4553FD-9BE0-6730-D664-1A2BE3B2FABB}"/>
              </a:ext>
            </a:extLst>
          </p:cNvPr>
          <p:cNvSpPr txBox="1"/>
          <p:nvPr/>
        </p:nvSpPr>
        <p:spPr>
          <a:xfrm>
            <a:off x="14325600" y="5258208"/>
            <a:ext cx="3186545" cy="176663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1422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Secure, </a:t>
            </a:r>
          </a:p>
          <a:p>
            <a:pPr marL="0" marR="0" lvl="0" indent="0" algn="ctr" defTabSz="1422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f</a:t>
            </a:r>
            <a:r>
              <a:rPr kumimoji="0" lang="en-GB" sz="3200" b="1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aster &amp; more </a:t>
            </a:r>
          </a:p>
          <a:p>
            <a:pPr marL="0" marR="0" lvl="0" indent="0" algn="ctr" defTabSz="1422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reliable</a:t>
            </a:r>
            <a:r>
              <a:rPr kumimoji="0" lang="en-GB" sz="3200" b="1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928615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564D-01B8-1B42-FC77-D9886C18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Another Example for Smartart Slide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9B5E1E4-211E-A439-917D-8FEB806B30E9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11319" t="21812" r="6603" b="18537"/>
          <a:stretch>
            <a:fillRect/>
          </a:stretch>
        </p:blipFill>
        <p:spPr>
          <a:xfrm>
            <a:off x="9763200" y="2265457"/>
            <a:ext cx="8524800" cy="6195536"/>
          </a:xfrm>
          <a:gradFill>
            <a:gsLst>
              <a:gs pos="57000">
                <a:srgbClr val="101018"/>
              </a:gs>
              <a:gs pos="0">
                <a:srgbClr val="1B1E21"/>
              </a:gs>
              <a:gs pos="100000">
                <a:srgbClr val="04020E">
                  <a:alpha val="99608"/>
                </a:srgbClr>
              </a:gs>
            </a:gsLst>
            <a:lin ang="5400000" scaled="0"/>
          </a:gra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1BA26-D21D-B58D-EB32-07352C908E3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518DFBA-BD39-8BF0-3C7D-B5CC91FAD445}"/>
              </a:ext>
            </a:extLst>
          </p:cNvPr>
          <p:cNvGraphicFramePr/>
          <p:nvPr/>
        </p:nvGraphicFramePr>
        <p:xfrm>
          <a:off x="1226911" y="2265457"/>
          <a:ext cx="7851600" cy="6195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D0E81A1-0ED3-27BD-ACC9-3F847943202A}"/>
              </a:ext>
            </a:extLst>
          </p:cNvPr>
          <p:cNvSpPr/>
          <p:nvPr/>
        </p:nvSpPr>
        <p:spPr>
          <a:xfrm>
            <a:off x="9731829" y="3408457"/>
            <a:ext cx="8556171" cy="6221198"/>
          </a:xfrm>
          <a:prstGeom prst="rect">
            <a:avLst/>
          </a:prstGeom>
          <a:gradFill>
            <a:gsLst>
              <a:gs pos="44000">
                <a:srgbClr val="101018">
                  <a:alpha val="0"/>
                </a:srgbClr>
              </a:gs>
              <a:gs pos="94000">
                <a:srgbClr val="04020E">
                  <a:alpha val="99608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26303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FB3A73-5CE6-B797-0279-F9E6F7E8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3443-0112-0281-4F91-B08E45F3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ANOTHER </a:t>
            </a:r>
            <a:br>
              <a:rPr lang="en-DE" dirty="0"/>
            </a:br>
            <a:r>
              <a:rPr lang="en-DE" dirty="0"/>
              <a:t>SMARTART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5B32FAF-3CDF-0A25-8324-C4BDD9ACAC3F}"/>
              </a:ext>
            </a:extLst>
          </p:cNvPr>
          <p:cNvGraphicFramePr/>
          <p:nvPr/>
        </p:nvGraphicFramePr>
        <p:xfrm>
          <a:off x="3800745" y="1076400"/>
          <a:ext cx="10686510" cy="7537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3312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1E3E-0177-A812-7921-CCCFC23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77F413-9D6F-0DFC-670C-056EEB99DA53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B78AD-7C99-C444-D404-0A3D237BA6D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832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B5D7E3-6E33-467A-D31E-690F122F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E82B-C2D6-CF55-098C-130F85CA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DE" dirty="0"/>
              <a:t>Another Quote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DFA57-1ACB-44B7-A185-53FED1B95A1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 anchor="ctr" anchorCtr="0"/>
          <a:lstStyle/>
          <a:p>
            <a:pPr>
              <a:defRPr/>
            </a:pPr>
            <a:r>
              <a:rPr lang="en-GB" sz="4200" dirty="0">
                <a:solidFill>
                  <a:srgbClr val="922686"/>
                </a:solidFill>
                <a:latin typeface="Trebuchet MS" panose="020B0603020202020204"/>
              </a:rPr>
              <a:t>Builds a dedicated product with business-relevant outcome that is typically retrievable via an API.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8C22C5D-3224-1A40-78A8-05ACAD56868F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alphaModFix amt="8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35"/>
                    </a14:imgEffect>
                  </a14:imgLayer>
                </a14:imgProps>
              </a:ext>
            </a:extLst>
          </a:blip>
          <a:srcRect l="29231" t="-9" r="22624" b="2729"/>
          <a:stretch>
            <a:fillRect/>
          </a:stretch>
        </p:blipFill>
        <p:spPr>
          <a:xfrm flipH="1">
            <a:off x="10155600" y="-794"/>
            <a:ext cx="8132400" cy="920908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836341-685D-B7B6-8E84-B19A7870F70C}"/>
              </a:ext>
            </a:extLst>
          </p:cNvPr>
          <p:cNvSpPr/>
          <p:nvPr/>
        </p:nvSpPr>
        <p:spPr>
          <a:xfrm>
            <a:off x="10155600" y="794"/>
            <a:ext cx="8132400" cy="9209088"/>
          </a:xfrm>
          <a:prstGeom prst="rect">
            <a:avLst/>
          </a:prstGeom>
          <a:gradFill>
            <a:gsLst>
              <a:gs pos="44000">
                <a:srgbClr val="101018">
                  <a:alpha val="0"/>
                </a:srgbClr>
              </a:gs>
              <a:gs pos="94000">
                <a:srgbClr val="04020E">
                  <a:alpha val="99608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9684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A4804-2057-A1AC-89DE-DFF3F3F312FA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B6B24-E78C-6338-77A5-51CC452257B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292225" y="1658097"/>
            <a:ext cx="7851775" cy="5787731"/>
          </a:xfrm>
        </p:spPr>
        <p:txBody>
          <a:bodyPr anchor="ctr" anchorCtr="0"/>
          <a:lstStyle/>
          <a:p>
            <a:pPr algn="ctr"/>
            <a:r>
              <a:rPr lang="en-DE" sz="6000" dirty="0"/>
              <a:t>TRY THIS SLIDE LAYOUT FOR YOUR QUOTES</a:t>
            </a:r>
          </a:p>
        </p:txBody>
      </p:sp>
      <p:pic>
        <p:nvPicPr>
          <p:cNvPr id="5" name="Google Shape;173;p30" descr="A silhouette of a person holding a magnifying glass&#10;&#10;AI-generated content may be incorrect.">
            <a:extLst>
              <a:ext uri="{FF2B5EF4-FFF2-40B4-BE49-F238E27FC236}">
                <a16:creationId xmlns:a16="http://schemas.microsoft.com/office/drawing/2014/main" id="{FF14274B-34CC-20A6-7CD1-655C7288981F}"/>
              </a:ext>
            </a:extLst>
          </p:cNvPr>
          <p:cNvPicPr preferRelativeResize="0"/>
          <p:nvPr/>
        </p:nvPicPr>
        <p:blipFill>
          <a:blip r:embed="rId2"/>
          <a:srcRect l="641" r="52998"/>
          <a:stretch>
            <a:fillRect/>
          </a:stretch>
        </p:blipFill>
        <p:spPr>
          <a:xfrm>
            <a:off x="10155600" y="-794"/>
            <a:ext cx="8132400" cy="9209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3824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1AC3-4251-6642-4F54-C5EB7A4C7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51AD3-47AD-0302-B5AF-EF95DF57C53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5529F-BA87-BE68-CFCB-4C9379ACBFD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70853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5FAA-51A5-F589-1FB2-6FDD1077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Pretty List using Corporate Icon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85675-B202-9E27-AB93-8B19B3C14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1499" y="2714400"/>
            <a:ext cx="7933774" cy="5843082"/>
          </a:xfrm>
        </p:spPr>
        <p:txBody>
          <a:bodyPr anchor="t" anchorCtr="0"/>
          <a:lstStyle/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Collaborative Culture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CI/CD pipelines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Security Scanning Solutions – primarily on code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IAC (Infrastructure as Code) – Cattle vs Pets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Config Management, (</a:t>
            </a:r>
            <a:r>
              <a:rPr kumimoji="0" lang="en-GB" sz="2800" b="0" i="0" u="none" strike="noStrike" kern="1200" cap="none" spc="140" normalizeH="0" baseline="0" noProof="0" dirty="0" err="1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GitOps</a:t>
            </a: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)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Monitoring &amp; Logging, (Chaos Engineering)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DevOps teams  doing operations &amp; on-call</a:t>
            </a:r>
          </a:p>
          <a:p>
            <a:endParaRPr lang="en-DE" dirty="0"/>
          </a:p>
        </p:txBody>
      </p:sp>
      <p:pic>
        <p:nvPicPr>
          <p:cNvPr id="5" name="Content Placeholder 5" descr="A purple and pink logo&#10;&#10;AI-generated content may be incorrect.">
            <a:extLst>
              <a:ext uri="{FF2B5EF4-FFF2-40B4-BE49-F238E27FC236}">
                <a16:creationId xmlns:a16="http://schemas.microsoft.com/office/drawing/2014/main" id="{20C237ED-1405-9C95-53C9-6D264CA8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400" y="2714400"/>
            <a:ext cx="5967381" cy="596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830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0C6E-561D-F40F-54E4-F74ED7D8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9466C-739E-ACEB-9120-CE2BEC75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0AD3B-96D7-DAEC-CD62-FF7A9A9CEB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CA91AB-C128-9F51-567B-76CA27EF9E5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BC3D33-CF00-062A-2A80-B0C5DA997A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DD8401-285A-51AC-466E-19F5D95C83EB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5EB54-6F2F-9452-3EED-AE4705D7D0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9D4009-6F4D-9435-6AEF-FCCE042BDF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9938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63C0-AEEE-8F1A-1579-9D9097F6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5713B-681F-94AD-9847-9D71BB77D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D10A0-E26C-0E2C-C278-F9215A8BDC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F64F53-0453-6E6F-6593-5D9ADB2B59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96AA31-5F1F-E780-7F36-98CCEE18418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17A75C-C99E-395B-4B0C-F92B6E4EFC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C2F0D6-47C4-1BE1-838A-0BA8ADAC82D7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BBF587-3EDF-4834-8384-6FFD4A15F4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E82D340-02BA-CF15-C68D-E8D2A4CC6AA5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6C4BB4-2D22-78E7-17AB-ECDB909D5B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41D82F6-CF55-C340-34AD-F66FF8A580B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46053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C825-C2A0-FA39-33DA-F62A350D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1F583-7171-1F79-7B57-CF25BD3D59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D38B48-87F2-0A85-5821-EB108970AA0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1C649C-093A-9FD3-FEA3-505B505A4D1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0AF880-3DEB-D901-258F-DC7FDAE6C13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B590712-574D-E31F-BFDC-859BD8E20A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9159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1F6E-1CFA-7FB3-F81A-01C4C4458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DA9D5-C71F-8254-C98C-1C800AE693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DE7B7FD-508E-1492-00C5-A3E4FD377A5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1F7321F-016F-47AA-C109-8EDA4AF751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4D72AEB-BA8E-DEF0-916E-E6ED599FCE7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E8261D-7E0D-6EB9-8B3C-A4F30C4334D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908593-4623-626C-9871-BFA785F23A6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2A8CA1-743E-BCE3-D7B6-466BC6A7982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D4FBF3-9151-210B-0D1D-A9C3CEEFB57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54CB28-2172-48BE-C03C-2FA0F17FBC7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3460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AC676B-9FBB-FFC7-88AB-A9084B279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1EB51-D41A-1821-6A1B-B62BFD066B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15BDF1F-04B4-15B5-30FB-5D1B01DFF2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80C48C-AEF3-06D0-74C7-D26AAFDBE547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3F3E15-F175-5AF3-543F-D70D9FB93F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7DE01BB-CAD6-ED9B-B353-CD32BB620C5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32789C-CE03-8F3D-D820-E4089B596695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42E8750-5119-3E30-9B3D-A444F99F7A5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539A204-A727-F6D4-1A02-7C4DFF20E5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0A9FD87-E8E4-112B-58C4-D4DD700DEA53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3DFF03-D8D8-46C4-0C6D-316BBE12D92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8E060EA-87AD-F938-45AF-D47ED2A0158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64537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AF09-9D4D-E3D3-56FF-306371FA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4CE49-4AEC-2B0E-0920-F6A489DDE98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AD3C8F-7C21-1CB6-FC10-D753008FC93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8C261-B322-EDBE-962C-39F0F0E9FEE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8A928D2-AF35-77AA-F986-B7ECC749F949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F74EC6-1691-47A5-C435-C6726E767B3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655EB0D-9106-A89A-E2FF-B062F377A3D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ED2D69-FD6C-3E1F-4BA8-1E7B77E9597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21B41A-6CEC-B7C7-A379-162CA9C9F35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859B76-BB87-513A-D093-52FCA3C34B5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A6F2D8-4A7F-DAE0-60F2-B4B15485D2A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99F81F-1B94-E411-1F51-37DFF8E8FF1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18CC414-32C7-6964-4E4C-98A1AE2A65B2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951160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98BFF-33B6-FA54-E28F-FD17A1C5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66760-DB6A-EAAB-A072-20EC894A0A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AA9AB-0CF8-08C3-D4B2-A65958ACDD2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DEAA44A-9C54-6BFF-C09A-23CDD9186C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7CF120-442B-1E4F-89DA-04088C155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CCF4E1-4080-5E54-EB30-DAA071F0154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4577CF7-CA99-1A85-8960-1845F94FDDD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A4EA2F-46DF-F915-8DE9-C2CAD1B4EB7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921B57-826C-AE84-EA51-EE461E4A159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5C205D-441C-F6AF-763A-9545DFED195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6AB88B8-890D-055A-A321-6198AEBD49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3FDB58-A965-43E9-4092-2E571333128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947D0F-47A9-650B-E7F2-1641233B81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02773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1198-5588-9430-F73F-859D10E5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70A05-E3BC-9A2F-76DF-A85AF4A52E1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AD0FB-2997-391B-96BE-D6345A815CD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977F2D0-4306-0D6D-14E2-76B190E316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32D94FA-DFF5-DABA-6703-1BEB184545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2F4CF7-60FD-D9D6-7CEF-414780C9604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0429023-7DF0-94C9-CBED-E6CED8C3D72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59C19F-A6B6-5A7D-AA56-3C0FD309B0D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CBBB54-405C-3240-3900-C8021367D29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5ABAE5D-92BE-D5E4-D83E-44B68BFA0C3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87576B2-2AE0-EBE6-A525-C4AE4CAF021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29EC43-42B4-CE0D-12A2-592BA4EBEA0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8CDCBF-8776-B639-05CF-1F4313736C6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19538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8B30-DAB3-18B9-BD88-31DD14C2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CE543-469E-403C-40D2-04A2706DA44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E470FB-99E1-A6C3-AAE0-0CD048AABE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CD49C9-AB82-C97C-7554-4D05929D3C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B8E1CDC-B9A5-6EA8-8E3C-BF2B124CB4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5AAFD24-210E-8ACD-F089-F7523AB79F0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89D89E-1E96-FCCC-7CD9-F02343229E1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4CBBD1-4086-A404-59E8-9C7C89CB19C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2543A3-073F-092A-8022-B7A63C8F969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63E3FF4-A8EA-DFB5-E168-A816ED980A0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990475-E861-152C-8566-2158DF37211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E1AB0CB-2A06-B7D9-2647-6700B545CC8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D1A169-DF87-3463-761C-E710236904C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9FD2A8-58E7-7E74-5FD6-C1A202AB85B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901A403-F2F6-2812-A038-F698F9A84DD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B16BA39-5199-5763-CE61-08236013185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4AEC55-055A-35AE-7311-5BCDBDBA016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22326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9821-969E-C65D-428E-CCBBF45F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BBE41-6F53-9546-29FF-4647879433B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437C3A6-53DD-B949-9B75-B980E532BF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ED3D719-4A9F-0BEA-9D4D-9466A36A7E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6CF0B3-7879-247A-B64E-23E150D0913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A1E85A-9348-F6A3-81E8-91B8A2E0DC1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8A51AE-518C-930D-B746-ED7F1C2B493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A2FA13-C529-3D10-BEF6-82B96E97D6A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C337BC4-37A6-CC75-6966-D8500986CA8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CDDA3E-DBC9-2377-2A14-221BA497C52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EAD0A8-1CFF-A1A7-EBCC-C887A5CFB39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77A4EA-5C80-D3BE-6DD4-46BD74897E3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15DAA1D-DC7B-5391-E4E4-AF79038A5B4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88005-7989-2096-12A3-629E8F0F93C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FE796E4-0506-9335-F058-9FD84462277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A447170-28CE-20E7-2563-3134DA6DE6E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C94554F-00B5-E41F-281D-44176E992B9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37208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9D79-C490-2341-51BE-C0A3608B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A6DBA-E8A0-4534-807C-9D5E983FEF0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6F431B2-054C-ED24-110D-AE4A315EEF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1113212-CDDC-8903-DD2C-08D68A317A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ECF0A5-3D84-A418-860D-6AFCA4A31CE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1E44A2-B0F0-39C1-4478-A249BE05636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D6BD81-F9CD-3E81-E3F7-D23F505C4EE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D86F73-D8AA-5270-9E3B-284DAE6AC73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4B8CFD-A33E-5AE3-C968-462B368A3D1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178D1A2-8736-B078-13B1-414711F6B55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7C776C-46D1-3019-B9E6-EDFF63B4C6C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46A54F-56FF-0D0B-E29B-CFCE93B4192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0CD3B-7306-9FF3-E6F6-CA4305AC0A0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DF2981-C70D-5EA2-9D18-0661C4FED8E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C0F842A-208F-D171-7AC8-7808BBCD55F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6FC2789-ECA2-E575-B3E9-C5B311A4B1D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E54E23E-2DBA-0FC0-5D31-2B9EE651003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0455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0FF0-3DE8-9A86-7B22-08BBD3BB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Comparison Slide you can 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46F85-0773-2D46-7000-520AB630FD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08725" y="2775600"/>
            <a:ext cx="5136925" cy="886397"/>
          </a:xfrm>
        </p:spPr>
        <p:txBody>
          <a:bodyPr/>
          <a:lstStyle/>
          <a:p>
            <a:r>
              <a:rPr lang="en-DE" dirty="0"/>
              <a:t>Vertrauter Provider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D9B53-5AF7-0ED0-E5DF-0A37B58F4A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068787" y="4104797"/>
            <a:ext cx="6616800" cy="5653855"/>
          </a:xfrm>
        </p:spPr>
        <p:txBody>
          <a:bodyPr/>
          <a:lstStyle/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Internationale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Clouds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angepasster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Infrastruktur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 China</a:t>
            </a: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Vertraute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Benutzeroberfläche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und Tools</a:t>
            </a: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Dokumentation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und Support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Fokus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auf Englisch</a:t>
            </a: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Datenhaltung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 China und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Einhaltung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lokaler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Vorschriften</a:t>
            </a:r>
            <a:endParaRPr lang="en-US" dirty="0">
              <a:solidFill>
                <a:srgbClr val="F3F7FA"/>
              </a:solidFill>
              <a:latin typeface="Trebuchet MS" panose="020B0603020202020204"/>
            </a:endParaRP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Teilweise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eingeschränkte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Features</a:t>
            </a: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Keine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direkte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Integration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internationaler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Infrastruktur</a:t>
            </a:r>
            <a:endParaRPr lang="en-US" dirty="0">
              <a:solidFill>
                <a:srgbClr val="F3F7FA"/>
              </a:solidFill>
              <a:latin typeface="Trebuchet MS" panose="020B0603020202020204"/>
            </a:endParaRPr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3C941-6E15-74D9-D12A-B1AAAD4698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09836" y="2775201"/>
            <a:ext cx="5137200" cy="886397"/>
          </a:xfrm>
        </p:spPr>
        <p:txBody>
          <a:bodyPr/>
          <a:lstStyle/>
          <a:p>
            <a:r>
              <a:rPr lang="en-DE" sz="3200" dirty="0"/>
              <a:t>First Party Hosting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D7A845-839E-1AE9-932E-B15442B15B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69615" y="4104797"/>
            <a:ext cx="6616800" cy="6318653"/>
          </a:xfrm>
        </p:spPr>
        <p:txBody>
          <a:bodyPr/>
          <a:lstStyle/>
          <a:p>
            <a:pPr marL="457200" indent="-457200"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Nutzung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chinesischer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Cloud-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Anbieter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primärem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Standort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 China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Volle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Einhaltung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chinesischer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Gesetze</a:t>
            </a:r>
            <a:endParaRPr lang="en-US" dirty="0">
              <a:solidFill>
                <a:srgbClr val="F3F7FA"/>
              </a:solidFill>
              <a:latin typeface="Trebuchet MS" panose="020B0603020202020204"/>
            </a:endParaRP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Unbekannte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lokale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Services &amp; APIs,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meist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chinesischer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Dokumentation</a:t>
            </a:r>
            <a:endParaRPr lang="en-US" dirty="0">
              <a:solidFill>
                <a:srgbClr val="F3F7FA"/>
              </a:solidFill>
              <a:latin typeface="Trebuchet MS" panose="020B0603020202020204"/>
            </a:endParaRP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Starke Integration in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chinesisches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Ökosystem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(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z.B.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WeChat)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Häufig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monatliches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Billing für Services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Ungewohnte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Interfaces für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westliche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Nutzer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(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z.B.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Angebot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Einblendungen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)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119445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80A3-9DBE-E1E7-F4BB-EC2BD228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28116-FAE7-DD13-B221-521EC1ADC4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10979A5-BFB6-8AC1-A669-5A97C3ADD4A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FF05497-C310-6DF9-C3B0-11B8D19FB4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8123F3-82EA-39CC-E23F-1B056458192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8452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28BD-85EE-4A11-BBCD-6BAE9014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3F647-7937-7324-694C-7369217664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356DA-6D0C-0928-965A-4B0D4788DC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33B7-B41D-A595-23BF-2B97623AA5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15341B9-CC27-D866-D1DB-B0439FE1AE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69D2C3-C4F4-EAF8-CEC3-0A3FC8AB1D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C79BEF-C699-421C-1836-17DA363729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79051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68A7-C121-4638-927E-E7A0E56A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8A773-4FD9-232A-B8D6-2F1F23826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D9F3E-C459-0EA3-C3EB-7535E96F3F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C1409-9297-3B9D-8D45-F796D07E0F7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B00EF6-1289-68DD-3BD8-C6161A8D4D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88141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14BD-521F-4477-9288-C4775B7C7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BD480-F6CD-06B9-F310-2CA45D0890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84D76A-0C87-C96E-BFD3-968AD49FF9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8CFA2-9243-9922-5F3B-B315530E15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00438B-9F32-87B3-7A3C-B708E49CD7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2498A9-4A42-A3CA-9CC0-39DA4F8911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70FB17-8524-4ABE-4B81-E2633B0A7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5CFA2CB-085D-D231-6E99-8DF6D78467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48C1A2-9C41-2A4C-CC28-70BB7F9F77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70C97D-8C23-41EB-F931-54314215FB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23040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AFE2-35C0-C5B5-49EE-7D716B5D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0370B-92DD-FAD2-605B-D82E47B85C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17AA-C574-F2E5-E629-278D690384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44A447D-D3E9-24EB-7285-0BF66354651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88F24AE-8C23-E5C6-408E-38514F7432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53472CB-A72B-90EA-581A-05176A56BA3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B18AD9-980A-9171-9B45-58949CC8F5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50684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C872-59EF-1895-F8AF-6B189CF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174C9-4B4F-EF91-519F-5D5705C37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EA2D7-9B69-100E-AAAB-38844FA677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622BA-646D-2204-3148-08E5713431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EF384D-6732-238E-D59C-93910DDFD0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6CEFA9-E540-E4A2-FA48-A9A428620B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FC101B-7D4F-C800-78C5-10134313414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93638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3FC3E-E22B-1A29-1945-37DB187E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E4C86-6C6A-05EA-A323-D6249D770B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9AB6B-D168-D12C-056F-30D4CD22FDA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A9494-5335-521C-7DED-371C1BD007F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5036FE-1637-3AD4-C00E-8C93CE5A5BB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532796-687E-FA24-71B1-68297A3A96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89E039-CAEA-1B58-319D-01C3012E794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242D85-6C51-4879-EE28-CAC647571C4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D5704-512B-8C99-B0C1-5F0F1E7DCEF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0DDA0D4-D188-06F9-8836-3EFFDCCA73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741B95E-F216-87F7-3313-49ACB13F31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448D708-7CAE-89C4-F2CE-DD02F925023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32C5BBB-6508-6E70-511D-09F9B455B2E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05432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9B05-9235-CC0F-6515-7B7E4900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80410-5359-275E-517E-D890D69C2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237D1-B28B-0103-2642-F6B630C1029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8ACFE-050B-7037-2570-9B6FDB6EFCB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CAE8E7-A041-A71B-0D4F-7A2438CF3F1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1578D77-BF6F-B261-AA86-F2834D4CE2C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5E6B44-792F-016E-FAD1-82F581FC70F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C147D5-69F7-516D-C980-1A0DB1715E2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854409-4477-8846-EAA9-D0DA42E227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54453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5070-0260-99C9-F56E-2689D583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1568-E2B7-4B78-AA6C-87116EC5EC6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9082B-3022-3B90-DBE1-BEB86762F53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E01674-21C3-4725-AA80-7EE48680936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46F9D9-F5C4-157B-DEB8-49DDBB7454D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BFC1C4-4780-C4B6-1394-95115AA26C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E32B36-4C0D-E481-934D-25A445E43C1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C78A244-7423-8C67-AFBA-ACF775D25CC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90FADC-7D13-6172-837D-ADF6D1A81E0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8143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FA98-E700-B960-CF7C-0B9B7D94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9C3C9-C09C-9892-C055-BF67CB0D8EB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2EDA0-7B3E-3024-1236-39C3FA84C58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A87C1-271F-6770-100A-783C3BC4222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5020DF-E357-3E21-CBFC-17124FC87C7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9F4FAA-EF54-C9DF-46A5-EF8290C851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A86A44-8A37-4402-5933-CABC4503972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052B94-3A58-A58E-C14B-3FE22C6E014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976134-E42B-C952-2BA9-7223A6914F7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A64915C-7B63-D6AA-287D-748E928E0D3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065DE2-2FA4-4324-D768-D517839F92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E174CAD-819E-414F-7E77-1A4043A1B84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F98D94F-C506-C339-6711-D3DD4407D0E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52CE58-B576-1622-A489-C2CA63E8F4C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9D5562-3BC9-6793-9B0B-1BFBF068BF1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6B29C0-283F-0FD8-759E-DEFF58AA49B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7A1C9D-456D-FF51-0FD7-CDE8EEBCE43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A110820-F9FB-2ED9-6FFA-4A85D98F916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FF6B468-26FE-129F-2BB6-A14C75161E4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B4754B2-5FCC-9527-C134-1D241FCCBCE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002CBA2-00F5-DBA4-77BE-9B900F35300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52528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1AE3-4652-C504-F514-00748DFB7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679B5-A8E5-5E75-A155-FBB39A731B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C165E8-282D-E602-0294-80B8ECAAEE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A28A3-15C4-1E87-F538-90EBC30E57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043FD6-DE25-8868-33BB-410A04D420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48172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6909-B509-85FA-AD8B-D2EE641B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006AD-AEF1-BBC1-DD50-8F74F73446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F3F96EC-35B1-599B-B1E3-03F0E221D8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EDD18F-0714-5531-99C1-ADCA01873098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A678955-5D01-86ED-9246-ED14DA37F09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89315D9-0022-607A-EF99-6AED0F4DBD2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CF3A51-E8E8-0857-4833-AF1EA4553E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977BF5C-44D5-ED69-3D69-F17F30AAB19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4C18628-F38A-1F49-AFE5-EFA0FCE10DF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73407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F4484-64D9-4D96-60ED-6FADAC41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EE20EDA-A6E7-DC97-5DD3-F7FC0790DEF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4AAFF46-D832-A825-C7CC-081532F8E7D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273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A357-6C82-93FE-D414-23B96EA4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graphicFrame>
        <p:nvGraphicFramePr>
          <p:cNvPr id="9" name="Table Placeholder 4">
            <a:extLst>
              <a:ext uri="{FF2B5EF4-FFF2-40B4-BE49-F238E27FC236}">
                <a16:creationId xmlns:a16="http://schemas.microsoft.com/office/drawing/2014/main" id="{F2A1CDC7-73DB-B81E-59E8-722DEB9CFEE4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11529429"/>
              </p:ext>
            </p:extLst>
          </p:nvPr>
        </p:nvGraphicFramePr>
        <p:xfrm>
          <a:off x="6867525" y="2214563"/>
          <a:ext cx="10163174" cy="25652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53220">
                  <a:extLst>
                    <a:ext uri="{9D8B030D-6E8A-4147-A177-3AD203B41FA5}">
                      <a16:colId xmlns:a16="http://schemas.microsoft.com/office/drawing/2014/main" val="2965701953"/>
                    </a:ext>
                  </a:extLst>
                </a:gridCol>
                <a:gridCol w="6909954">
                  <a:extLst>
                    <a:ext uri="{9D8B030D-6E8A-4147-A177-3AD203B41FA5}">
                      <a16:colId xmlns:a16="http://schemas.microsoft.com/office/drawing/2014/main" val="2918259264"/>
                    </a:ext>
                  </a:extLst>
                </a:gridCol>
              </a:tblGrid>
              <a:tr h="641314">
                <a:tc>
                  <a:txBody>
                    <a:bodyPr/>
                    <a:lstStyle/>
                    <a:p>
                      <a:r>
                        <a:rPr lang="en-DE" sz="2100" b="1" dirty="0">
                          <a:solidFill>
                            <a:schemeClr val="tx2"/>
                          </a:solidFill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236182"/>
                  </a:ext>
                </a:extLst>
              </a:tr>
              <a:tr h="641314">
                <a:tc>
                  <a:txBody>
                    <a:bodyPr/>
                    <a:lstStyle/>
                    <a:p>
                      <a:r>
                        <a:rPr lang="en-DE" sz="2100" b="1" dirty="0">
                          <a:solidFill>
                            <a:schemeClr val="tx2"/>
                          </a:solidFill>
                        </a:rPr>
                        <a:t>Project Manager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714410"/>
                  </a:ext>
                </a:extLst>
              </a:tr>
              <a:tr h="641314">
                <a:tc>
                  <a:txBody>
                    <a:bodyPr/>
                    <a:lstStyle/>
                    <a:p>
                      <a:r>
                        <a:rPr lang="en-DE" sz="2100" b="1" dirty="0">
                          <a:solidFill>
                            <a:schemeClr val="tx2"/>
                          </a:solidFill>
                        </a:rPr>
                        <a:t>Project Code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385882"/>
                  </a:ext>
                </a:extLst>
              </a:tr>
              <a:tr h="641314">
                <a:tc>
                  <a:txBody>
                    <a:bodyPr/>
                    <a:lstStyle/>
                    <a:p>
                      <a:r>
                        <a:rPr lang="en-DE" sz="2100" b="1" dirty="0">
                          <a:solidFill>
                            <a:schemeClr val="tx2"/>
                          </a:solidFill>
                        </a:rPr>
                        <a:t>Date of Status Entry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973020"/>
                  </a:ext>
                </a:extLst>
              </a:tr>
            </a:tbl>
          </a:graphicData>
        </a:graphic>
      </p:graphicFrame>
      <p:graphicFrame>
        <p:nvGraphicFramePr>
          <p:cNvPr id="10" name="Table Placeholder 5">
            <a:extLst>
              <a:ext uri="{FF2B5EF4-FFF2-40B4-BE49-F238E27FC236}">
                <a16:creationId xmlns:a16="http://schemas.microsoft.com/office/drawing/2014/main" id="{3C860832-9AD2-CCE8-AE40-D6224B636116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2644120744"/>
              </p:ext>
            </p:extLst>
          </p:nvPr>
        </p:nvGraphicFramePr>
        <p:xfrm>
          <a:off x="1296988" y="5248275"/>
          <a:ext cx="15733712" cy="309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303">
                  <a:extLst>
                    <a:ext uri="{9D8B030D-6E8A-4147-A177-3AD203B41FA5}">
                      <a16:colId xmlns:a16="http://schemas.microsoft.com/office/drawing/2014/main" val="639106679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289521272"/>
                    </a:ext>
                  </a:extLst>
                </a:gridCol>
                <a:gridCol w="2763982">
                  <a:extLst>
                    <a:ext uri="{9D8B030D-6E8A-4147-A177-3AD203B41FA5}">
                      <a16:colId xmlns:a16="http://schemas.microsoft.com/office/drawing/2014/main" val="3105743855"/>
                    </a:ext>
                  </a:extLst>
                </a:gridCol>
                <a:gridCol w="8115300">
                  <a:extLst>
                    <a:ext uri="{9D8B030D-6E8A-4147-A177-3AD203B41FA5}">
                      <a16:colId xmlns:a16="http://schemas.microsoft.com/office/drawing/2014/main" val="3437731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Overall Project Status</a:t>
                      </a:r>
                    </a:p>
                  </a:txBody>
                  <a:tcPr marL="180000" marT="108000" marB="10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DE" sz="24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marT="108000" marB="10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DE" sz="2400" b="0" dirty="0">
                          <a:solidFill>
                            <a:schemeClr val="tx2"/>
                          </a:solidFill>
                        </a:rPr>
                        <a:t>Your overall project status notes go here</a:t>
                      </a:r>
                    </a:p>
                  </a:txBody>
                  <a:tcPr marL="180000" marT="108000" marB="10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DE" sz="2400" b="0" dirty="0">
                        <a:solidFill>
                          <a:schemeClr val="tx2"/>
                        </a:solidFill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63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Component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Status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Owner/Team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Notes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656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Quality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19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Schedule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652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Budget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671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Scope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641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Risks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96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36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980B8-D614-CA67-1A1B-D2A58118E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3EC71B5A-18B4-7D7C-86C2-568D189CC06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30337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D4B3-9A07-09BC-9381-43CC82FC1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02E2-80B9-15E4-4DF9-F5BD500EA8D6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19" name="Picture Placeholder 18" descr="Game controller with solid fill">
            <a:extLst>
              <a:ext uri="{FF2B5EF4-FFF2-40B4-BE49-F238E27FC236}">
                <a16:creationId xmlns:a16="http://schemas.microsoft.com/office/drawing/2014/main" id="{327E7703-93AA-4561-00DC-53769C39CF0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39" b="539"/>
          <a:stretch>
            <a:fillRect/>
          </a:stretch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69D81B-02DD-613A-D52C-2E84BDC9223C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22794-F2F1-E76E-0DC2-23E9B551CFD6}"/>
              </a:ext>
            </a:extLst>
          </p:cNvPr>
          <p:cNvSpPr>
            <a:spLocks noGrp="1"/>
          </p:cNvSpPr>
          <p:nvPr>
            <p:ph sz="half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BBD43E-1724-E717-9C15-E78E5FEF425E}"/>
              </a:ext>
            </a:extLst>
          </p:cNvPr>
          <p:cNvSpPr>
            <a:spLocks noGrp="1"/>
          </p:cNvSpPr>
          <p:nvPr>
            <p:ph sz="half" idx="2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5179D4-C7B3-CC68-8200-458146B07261}"/>
              </a:ext>
            </a:extLst>
          </p:cNvPr>
          <p:cNvSpPr>
            <a:spLocks noGrp="1"/>
          </p:cNvSpPr>
          <p:nvPr>
            <p:ph sz="half" idx="2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DEBE57-409C-9C41-1409-17F01E8F32E5}"/>
              </a:ext>
            </a:extLst>
          </p:cNvPr>
          <p:cNvSpPr>
            <a:spLocks noGrp="1"/>
          </p:cNvSpPr>
          <p:nvPr>
            <p:ph sz="half" idx="3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DD89EA-2B9A-E002-F7C4-367E6BC988C3}"/>
              </a:ext>
            </a:extLst>
          </p:cNvPr>
          <p:cNvSpPr txBox="1">
            <a:spLocks/>
          </p:cNvSpPr>
          <p:nvPr/>
        </p:nvSpPr>
        <p:spPr>
          <a:xfrm>
            <a:off x="1228724" y="6972797"/>
            <a:ext cx="6138000" cy="1742044"/>
          </a:xfrm>
          <a:prstGeom prst="rect">
            <a:avLst/>
          </a:prstGeom>
          <a:ln w="25400">
            <a:noFill/>
          </a:ln>
        </p:spPr>
        <p:txBody>
          <a:bodyPr vert="horz" wrap="square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Maybe you have to say </a:t>
            </a:r>
          </a:p>
          <a:p>
            <a:pPr algn="ctr"/>
            <a:r>
              <a:rPr lang="en-DE" sz="2800" b="1"/>
              <a:t>even more </a:t>
            </a:r>
            <a:endParaRPr lang="en-DE" sz="2800" b="1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99944B5-BEB3-91D2-F846-A95F50E3698B}"/>
              </a:ext>
            </a:extLst>
          </p:cNvPr>
          <p:cNvSpPr txBox="1">
            <a:spLocks/>
          </p:cNvSpPr>
          <p:nvPr/>
        </p:nvSpPr>
        <p:spPr>
          <a:xfrm>
            <a:off x="1292400" y="5098972"/>
            <a:ext cx="6138000" cy="1187533"/>
          </a:xfrm>
          <a:prstGeom prst="rect">
            <a:avLst/>
          </a:prstGeom>
          <a:ln w="25400">
            <a:noFill/>
          </a:ln>
        </p:spPr>
        <p:txBody>
          <a:bodyPr vert="horz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And say some more</a:t>
            </a:r>
            <a:endParaRPr lang="en-DE" sz="2800" b="1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BC93DFD-858D-A884-70D8-33CBF99FD009}"/>
              </a:ext>
            </a:extLst>
          </p:cNvPr>
          <p:cNvSpPr txBox="1">
            <a:spLocks/>
          </p:cNvSpPr>
          <p:nvPr/>
        </p:nvSpPr>
        <p:spPr>
          <a:xfrm>
            <a:off x="1228724" y="2967342"/>
            <a:ext cx="6138000" cy="1187533"/>
          </a:xfrm>
          <a:prstGeom prst="rect">
            <a:avLst/>
          </a:prstGeom>
          <a:ln w="25400">
            <a:noFill/>
          </a:ln>
        </p:spPr>
        <p:txBody>
          <a:bodyPr vert="horz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Say it here</a:t>
            </a:r>
            <a:endParaRPr lang="en-DE" sz="2800" b="1" dirty="0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2726762B-1960-4266-C3EF-2BA39FCA3434}"/>
              </a:ext>
            </a:extLst>
          </p:cNvPr>
          <p:cNvSpPr txBox="1">
            <a:spLocks/>
          </p:cNvSpPr>
          <p:nvPr/>
        </p:nvSpPr>
        <p:spPr>
          <a:xfrm>
            <a:off x="10886988" y="6972797"/>
            <a:ext cx="6138000" cy="1742044"/>
          </a:xfrm>
          <a:prstGeom prst="rect">
            <a:avLst/>
          </a:prstGeom>
          <a:ln w="25400">
            <a:noFill/>
          </a:ln>
        </p:spPr>
        <p:txBody>
          <a:bodyPr vert="horz" wrap="square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Maybe you have to say </a:t>
            </a:r>
          </a:p>
          <a:p>
            <a:pPr algn="ctr"/>
            <a:r>
              <a:rPr lang="en-DE" sz="2800" b="1"/>
              <a:t>even more </a:t>
            </a:r>
            <a:endParaRPr lang="en-DE" sz="2800" b="1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353A1F4D-CC63-AB5B-22C7-FB483FB7C7B4}"/>
              </a:ext>
            </a:extLst>
          </p:cNvPr>
          <p:cNvSpPr txBox="1">
            <a:spLocks/>
          </p:cNvSpPr>
          <p:nvPr/>
        </p:nvSpPr>
        <p:spPr>
          <a:xfrm>
            <a:off x="10886988" y="4831576"/>
            <a:ext cx="6138000" cy="1742044"/>
          </a:xfrm>
          <a:prstGeom prst="rect">
            <a:avLst/>
          </a:prstGeom>
          <a:ln w="25400">
            <a:noFill/>
          </a:ln>
        </p:spPr>
        <p:txBody>
          <a:bodyPr vert="horz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Maybe you have to say </a:t>
            </a:r>
          </a:p>
          <a:p>
            <a:pPr algn="ctr"/>
            <a:r>
              <a:rPr lang="en-DE" sz="2800" b="1"/>
              <a:t>even more </a:t>
            </a:r>
            <a:endParaRPr lang="en-DE" sz="2800" b="1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BFCBBAF9-163F-4AA2-ED97-5B2EEB6C2126}"/>
              </a:ext>
            </a:extLst>
          </p:cNvPr>
          <p:cNvSpPr txBox="1">
            <a:spLocks/>
          </p:cNvSpPr>
          <p:nvPr/>
        </p:nvSpPr>
        <p:spPr>
          <a:xfrm>
            <a:off x="10886988" y="2690086"/>
            <a:ext cx="6138000" cy="1742044"/>
          </a:xfrm>
          <a:prstGeom prst="rect">
            <a:avLst/>
          </a:prstGeom>
          <a:ln w="25400">
            <a:noFill/>
          </a:ln>
        </p:spPr>
        <p:txBody>
          <a:bodyPr vert="horz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Maybe you have to say </a:t>
            </a:r>
          </a:p>
          <a:p>
            <a:pPr algn="ctr"/>
            <a:r>
              <a:rPr lang="en-DE" sz="2800" b="1"/>
              <a:t>even more </a:t>
            </a:r>
            <a:endParaRPr lang="en-DE" sz="2800" b="1" dirty="0"/>
          </a:p>
        </p:txBody>
      </p:sp>
    </p:spTree>
    <p:extLst>
      <p:ext uri="{BB962C8B-B14F-4D97-AF65-F5344CB8AC3E}">
        <p14:creationId xmlns:p14="http://schemas.microsoft.com/office/powerpoint/2010/main" val="37726981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5316-9E8B-98FC-8565-21F98F79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A0314-2EB1-E9D3-643F-ED38A903FE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A22A5-B7A7-5F7B-DBDC-EB3F07FEFD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318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7735-D773-5B41-4D0C-51785565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96046-4B0D-72BE-772D-80B32D6883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8EE50-DB1D-A66E-71E1-9B062274B1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458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E1F8-D9A5-CB6E-FFF6-A72AC03B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FFED4-DC20-98B9-A91C-E3012A4FEC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1774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36B3-64AD-DCF4-58E5-4D33CA4A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96E68-2285-8EAB-7D7B-649C913D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870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Custom 1">
      <a:dk1>
        <a:srgbClr val="04020E"/>
      </a:dk1>
      <a:lt1>
        <a:srgbClr val="F3F7FA"/>
      </a:lt1>
      <a:dk2>
        <a:srgbClr val="2F2B34"/>
      </a:dk2>
      <a:lt2>
        <a:srgbClr val="F3F7FA"/>
      </a:lt2>
      <a:accent1>
        <a:srgbClr val="DD1F6D"/>
      </a:accent1>
      <a:accent2>
        <a:srgbClr val="C52075"/>
      </a:accent2>
      <a:accent3>
        <a:srgbClr val="AC207E"/>
      </a:accent3>
      <a:accent4>
        <a:srgbClr val="922686"/>
      </a:accent4>
      <a:accent5>
        <a:srgbClr val="792A8C"/>
      </a:accent5>
      <a:accent6>
        <a:srgbClr val="632C90"/>
      </a:accent6>
      <a:hlink>
        <a:srgbClr val="912685"/>
      </a:hlink>
      <a:folHlink>
        <a:srgbClr val="D8D8D8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sic Slidedeck (All Slides Overview)" id="{AD5257FE-33B8-3B46-BD2A-28A6C15E04D2}" vid="{66E7CF0D-2060-5346-9B81-18794BA69B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CFC28D85D34D545A25E0F2B35FF48B6" ma:contentTypeVersion="4" ma:contentTypeDescription="Ein neues Dokument erstellen." ma:contentTypeScope="" ma:versionID="fec68cd9b5eb1c938d36b43a41777fff">
  <xsd:schema xmlns:xsd="http://www.w3.org/2001/XMLSchema" xmlns:xs="http://www.w3.org/2001/XMLSchema" xmlns:p="http://schemas.microsoft.com/office/2006/metadata/properties" xmlns:ns2="ebf073a6-db85-46ec-a112-0db5964dc602" targetNamespace="http://schemas.microsoft.com/office/2006/metadata/properties" ma:root="true" ma:fieldsID="01557500d06a55517751aba3be42ae19" ns2:_="">
    <xsd:import namespace="ebf073a6-db85-46ec-a112-0db5964dc6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073a6-db85-46ec-a112-0db5964dc6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4CF6BD-9953-4012-A9B4-E4468DC85E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84720A-F7BC-4D02-A844-C215C45F67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f073a6-db85-46ec-a112-0db5964dc6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1F5DEF-D9C2-4CB5-B8F3-E4870BE960D1}">
  <ds:schemaRefs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ebf073a6-db85-46ec-a112-0db5964dc602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60b37cb2-a399-4c31-a85a-411fc8b623d3}" enabled="1" method="Standard" siteId="{d04f4717-5a6e-4b98-b3f9-6918e0385f4c}" contentBits="0" removed="0"/>
  <clbl:label id="{8e62d976-8516-40d9-af79-38eb75eec0f0}" enabled="1" method="Privileged" siteId="{ff01e8b8-4388-4511-a60e-5efc1401b8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1279</Words>
  <Application>Microsoft Macintosh PowerPoint</Application>
  <PresentationFormat>Benutzerdefiniert</PresentationFormat>
  <Paragraphs>309</Paragraphs>
  <Slides>79</Slides>
  <Notes>3</Notes>
  <HiddenSlides>72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79</vt:i4>
      </vt:variant>
    </vt:vector>
  </HeadingPairs>
  <TitlesOfParts>
    <vt:vector size="85" baseType="lpstr">
      <vt:lpstr>Aptos</vt:lpstr>
      <vt:lpstr>Arial</vt:lpstr>
      <vt:lpstr>Inter</vt:lpstr>
      <vt:lpstr>Trebuchet MS</vt:lpstr>
      <vt:lpstr>Wingdings</vt:lpstr>
      <vt:lpstr>Office</vt:lpstr>
      <vt:lpstr>Securing your Kubernetes supply chain  with container image signing</vt:lpstr>
      <vt:lpstr>Container image signing</vt:lpstr>
      <vt:lpstr>benefits</vt:lpstr>
      <vt:lpstr>Cosign</vt:lpstr>
      <vt:lpstr>Cosign With key</vt:lpstr>
      <vt:lpstr>Keyless Cosign</vt:lpstr>
      <vt:lpstr>DEMO TIME</vt:lpstr>
      <vt:lpstr>Thank You! Q&amp;A</vt:lpstr>
      <vt:lpstr>Demo usecases</vt:lpstr>
      <vt:lpstr>PowerPoint-Präsentation</vt:lpstr>
      <vt:lpstr>PowerPoint-Präsentation</vt:lpstr>
      <vt:lpstr>PowerPoint-Präsentation</vt:lpstr>
      <vt:lpstr>DEMO TIME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Your Table For  Comparing Stuff</vt:lpstr>
      <vt:lpstr>This could be  your table</vt:lpstr>
      <vt:lpstr>Add Your Title</vt:lpstr>
      <vt:lpstr>PowerPoint-Präsentation</vt:lpstr>
      <vt:lpstr>Add your Title</vt:lpstr>
      <vt:lpstr>PowerPoint-Präsentation</vt:lpstr>
      <vt:lpstr>Add your Title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wanNa show off  some Icons?</vt:lpstr>
      <vt:lpstr>ISmartArt Example Slide</vt:lpstr>
      <vt:lpstr>Another Example for SmartArt Slide</vt:lpstr>
      <vt:lpstr>Another Example for Smartart Slide</vt:lpstr>
      <vt:lpstr>ANOTHER  SMARTART</vt:lpstr>
      <vt:lpstr>PowerPoint-Präsentation</vt:lpstr>
      <vt:lpstr>Another Quote Layout</vt:lpstr>
      <vt:lpstr>PowerPoint-Präsentation</vt:lpstr>
      <vt:lpstr>PowerPoint-Präsentation</vt:lpstr>
      <vt:lpstr>Pretty List using Corporate Icon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Comparison Slide you can use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Schach</dc:creator>
  <cp:lastModifiedBy>Rene Schach (EXT)</cp:lastModifiedBy>
  <cp:revision>47</cp:revision>
  <cp:lastPrinted>2024-12-27T16:21:01Z</cp:lastPrinted>
  <dcterms:created xsi:type="dcterms:W3CDTF">2025-07-30T15:47:09Z</dcterms:created>
  <dcterms:modified xsi:type="dcterms:W3CDTF">2026-02-09T18:07:07Z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0x0101002CFC28D85D34D545A25E0F2B35FF48B6</vt:lpwstr>
  </property>
  <property fmtid="{D5CDD505-2E9C-101B-9397-08002B2CF9AE}" pid="3" name="MediaServiceImageTags">
    <vt:lpwstr/>
  </property>
</Properties>
</file>